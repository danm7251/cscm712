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4" r:id="rId1"/>
    <p:sldMasterId id="2147483779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30A811-0531-420F-B7AD-346A85BD00D6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620253-514F-481D-B797-51BA1035ED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0041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couple sentences explaining Quantum Computing is an exciting emerging field and why we want them. Then talk about the current limitations (NISQ). Simulation is good for testing circuits </a:t>
            </a:r>
            <a:r>
              <a:rPr lang="en-GB" dirty="0" err="1"/>
              <a:t>blabla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620253-514F-481D-B797-51BA1035ED2B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9711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620253-514F-481D-B797-51BA1035ED2B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50356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620253-514F-481D-B797-51BA1035ED2B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910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950967" y="2940500"/>
            <a:ext cx="7010400" cy="21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400">
                <a:solidFill>
                  <a:srgbClr val="2411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950967" y="5180867"/>
            <a:ext cx="4920800" cy="624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" y="1"/>
            <a:ext cx="6303735" cy="30091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66060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5396233" y="3184667"/>
            <a:ext cx="5844800" cy="216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5396233" y="1918333"/>
            <a:ext cx="1640400" cy="11752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pic>
        <p:nvPicPr>
          <p:cNvPr id="15" name="Google Shape;15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5888267" y="3848834"/>
            <a:ext cx="6303735" cy="30091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86433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4"/>
          <p:cNvGrpSpPr/>
          <p:nvPr/>
        </p:nvGrpSpPr>
        <p:grpSpPr>
          <a:xfrm>
            <a:off x="1" y="0"/>
            <a:ext cx="12192001" cy="6858000"/>
            <a:chOff x="0" y="0"/>
            <a:chExt cx="9144001" cy="5143500"/>
          </a:xfrm>
        </p:grpSpPr>
        <p:pic>
          <p:nvPicPr>
            <p:cNvPr id="18" name="Google Shape;18;p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960000" y="1453639"/>
            <a:ext cx="10272000" cy="4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oogle Shape;22;p4"/>
          <p:cNvGrpSpPr/>
          <p:nvPr/>
        </p:nvGrpSpPr>
        <p:grpSpPr>
          <a:xfrm rot="10800000">
            <a:off x="8938969" y="5082263"/>
            <a:ext cx="6098767" cy="4639133"/>
            <a:chOff x="1522650" y="1117750"/>
            <a:chExt cx="4574075" cy="3479350"/>
          </a:xfrm>
        </p:grpSpPr>
        <p:sp>
          <p:nvSpPr>
            <p:cNvPr id="23" name="Google Shape;23;p4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" name="Google Shape;24;p4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820267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1"/>
          </p:nvPr>
        </p:nvSpPr>
        <p:spPr>
          <a:xfrm>
            <a:off x="6548852" y="3573099"/>
            <a:ext cx="3232400" cy="203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2410733" y="3573099"/>
            <a:ext cx="3232400" cy="203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3"/>
          </p:nvPr>
        </p:nvSpPr>
        <p:spPr>
          <a:xfrm>
            <a:off x="2410733" y="2992289"/>
            <a:ext cx="3232400" cy="59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4"/>
          </p:nvPr>
        </p:nvSpPr>
        <p:spPr>
          <a:xfrm>
            <a:off x="6548852" y="2992289"/>
            <a:ext cx="3232400" cy="59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1" name="Google Shape;31;p5"/>
          <p:cNvGrpSpPr/>
          <p:nvPr/>
        </p:nvGrpSpPr>
        <p:grpSpPr>
          <a:xfrm>
            <a:off x="0" y="5"/>
            <a:ext cx="12192005" cy="6857995"/>
            <a:chOff x="0" y="4"/>
            <a:chExt cx="9144004" cy="5143496"/>
          </a:xfrm>
        </p:grpSpPr>
        <p:pic>
          <p:nvPicPr>
            <p:cNvPr id="32" name="Google Shape;32;p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4" name="Google Shape;34;p5"/>
          <p:cNvGrpSpPr/>
          <p:nvPr/>
        </p:nvGrpSpPr>
        <p:grpSpPr>
          <a:xfrm rot="-10539848" flipH="1">
            <a:off x="8144751" y="5398767"/>
            <a:ext cx="6098535" cy="4638956"/>
            <a:chOff x="1522650" y="1117750"/>
            <a:chExt cx="4574075" cy="3479350"/>
          </a:xfrm>
        </p:grpSpPr>
        <p:sp>
          <p:nvSpPr>
            <p:cNvPr id="35" name="Google Shape;35;p5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" name="Google Shape;36;p5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794146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39" name="Google Shape;39;p6"/>
          <p:cNvGrpSpPr/>
          <p:nvPr/>
        </p:nvGrpSpPr>
        <p:grpSpPr>
          <a:xfrm>
            <a:off x="0" y="5"/>
            <a:ext cx="12192005" cy="6857995"/>
            <a:chOff x="0" y="4"/>
            <a:chExt cx="9144004" cy="5143496"/>
          </a:xfrm>
        </p:grpSpPr>
        <p:pic>
          <p:nvPicPr>
            <p:cNvPr id="40" name="Google Shape;40;p6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Google Shape;41;p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2" name="Google Shape;42;p6"/>
          <p:cNvGrpSpPr/>
          <p:nvPr/>
        </p:nvGrpSpPr>
        <p:grpSpPr>
          <a:xfrm rot="-10539848" flipH="1">
            <a:off x="8144751" y="5398767"/>
            <a:ext cx="6098535" cy="4638956"/>
            <a:chOff x="1522650" y="1117750"/>
            <a:chExt cx="4574075" cy="3479350"/>
          </a:xfrm>
        </p:grpSpPr>
        <p:sp>
          <p:nvSpPr>
            <p:cNvPr id="43" name="Google Shape;43;p6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299592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1082633" y="1105800"/>
            <a:ext cx="5324400" cy="131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ubTitle" idx="1"/>
          </p:nvPr>
        </p:nvSpPr>
        <p:spPr>
          <a:xfrm>
            <a:off x="1082633" y="2504733"/>
            <a:ext cx="5324400" cy="30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8" name="Google Shape;48;p7"/>
          <p:cNvSpPr>
            <a:spLocks noGrp="1"/>
          </p:cNvSpPr>
          <p:nvPr>
            <p:ph type="pic" idx="2"/>
          </p:nvPr>
        </p:nvSpPr>
        <p:spPr>
          <a:xfrm>
            <a:off x="6784633" y="1027200"/>
            <a:ext cx="4108800" cy="48036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grpSp>
        <p:nvGrpSpPr>
          <p:cNvPr id="49" name="Google Shape;49;p7"/>
          <p:cNvGrpSpPr/>
          <p:nvPr/>
        </p:nvGrpSpPr>
        <p:grpSpPr>
          <a:xfrm>
            <a:off x="1" y="0"/>
            <a:ext cx="12192001" cy="6858000"/>
            <a:chOff x="0" y="0"/>
            <a:chExt cx="9144001" cy="5143500"/>
          </a:xfrm>
        </p:grpSpPr>
        <p:pic>
          <p:nvPicPr>
            <p:cNvPr id="50" name="Google Shape;50;p7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51;p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2" name="Google Shape;52;p7"/>
          <p:cNvGrpSpPr/>
          <p:nvPr/>
        </p:nvGrpSpPr>
        <p:grpSpPr>
          <a:xfrm rot="10800000">
            <a:off x="8938969" y="5082263"/>
            <a:ext cx="6098767" cy="4639133"/>
            <a:chOff x="1522650" y="1117750"/>
            <a:chExt cx="4574075" cy="3479350"/>
          </a:xfrm>
        </p:grpSpPr>
        <p:sp>
          <p:nvSpPr>
            <p:cNvPr id="53" name="Google Shape;53;p7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" name="Google Shape;54;p7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519707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14" y="0"/>
            <a:ext cx="12191988" cy="6858000"/>
            <a:chOff x="10" y="0"/>
            <a:chExt cx="9143991" cy="5143500"/>
          </a:xfrm>
        </p:grpSpPr>
        <p:pic>
          <p:nvPicPr>
            <p:cNvPr id="57" name="Google Shape;57;p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flipH="1">
              <a:off x="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58;p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4416200" y="2886625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" name="Google Shape;59;p8"/>
          <p:cNvGrpSpPr/>
          <p:nvPr/>
        </p:nvGrpSpPr>
        <p:grpSpPr>
          <a:xfrm rot="756538">
            <a:off x="6879423" y="-2569396"/>
            <a:ext cx="6098876" cy="4639216"/>
            <a:chOff x="1522650" y="1117750"/>
            <a:chExt cx="4574075" cy="3479350"/>
          </a:xfrm>
        </p:grpSpPr>
        <p:sp>
          <p:nvSpPr>
            <p:cNvPr id="60" name="Google Shape;60;p8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" name="Google Shape;61;p8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62" name="Google Shape;62;p8"/>
          <p:cNvSpPr txBox="1">
            <a:spLocks noGrp="1"/>
          </p:cNvSpPr>
          <p:nvPr>
            <p:ph type="title"/>
          </p:nvPr>
        </p:nvSpPr>
        <p:spPr>
          <a:xfrm>
            <a:off x="5106667" y="2288533"/>
            <a:ext cx="60108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42870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oogle Shape;64;p9"/>
          <p:cNvGrpSpPr/>
          <p:nvPr/>
        </p:nvGrpSpPr>
        <p:grpSpPr>
          <a:xfrm rot="756538">
            <a:off x="-953077" y="-3212463"/>
            <a:ext cx="6098876" cy="4639216"/>
            <a:chOff x="1522650" y="1117750"/>
            <a:chExt cx="4574075" cy="3479350"/>
          </a:xfrm>
        </p:grpSpPr>
        <p:sp>
          <p:nvSpPr>
            <p:cNvPr id="65" name="Google Shape;65;p9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66;p9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67" name="Google Shape;67;p9"/>
          <p:cNvGrpSpPr/>
          <p:nvPr/>
        </p:nvGrpSpPr>
        <p:grpSpPr>
          <a:xfrm>
            <a:off x="1" y="0"/>
            <a:ext cx="12192001" cy="6858000"/>
            <a:chOff x="0" y="0"/>
            <a:chExt cx="9144001" cy="5143500"/>
          </a:xfrm>
        </p:grpSpPr>
        <p:pic>
          <p:nvPicPr>
            <p:cNvPr id="68" name="Google Shape;68;p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57388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" name="Google Shape;6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0" y="0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0" name="Google Shape;70;p9"/>
          <p:cNvSpPr txBox="1">
            <a:spLocks noGrp="1"/>
          </p:cNvSpPr>
          <p:nvPr>
            <p:ph type="title"/>
          </p:nvPr>
        </p:nvSpPr>
        <p:spPr>
          <a:xfrm>
            <a:off x="950967" y="2038533"/>
            <a:ext cx="6497200" cy="261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subTitle" idx="1"/>
          </p:nvPr>
        </p:nvSpPr>
        <p:spPr>
          <a:xfrm>
            <a:off x="950967" y="4853400"/>
            <a:ext cx="6497200" cy="6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95056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title"/>
          </p:nvPr>
        </p:nvSpPr>
        <p:spPr>
          <a:xfrm>
            <a:off x="960000" y="5352600"/>
            <a:ext cx="7617600" cy="763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75" name="Google Shape;75;p10"/>
          <p:cNvGrpSpPr/>
          <p:nvPr/>
        </p:nvGrpSpPr>
        <p:grpSpPr>
          <a:xfrm>
            <a:off x="0" y="5"/>
            <a:ext cx="12192005" cy="6857995"/>
            <a:chOff x="0" y="4"/>
            <a:chExt cx="9144004" cy="5143496"/>
          </a:xfrm>
        </p:grpSpPr>
        <p:pic>
          <p:nvPicPr>
            <p:cNvPr id="76" name="Google Shape;76;p1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77;p1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8" name="Google Shape;78;p10"/>
          <p:cNvGrpSpPr/>
          <p:nvPr/>
        </p:nvGrpSpPr>
        <p:grpSpPr>
          <a:xfrm>
            <a:off x="-1194974" y="-3367159"/>
            <a:ext cx="15604892" cy="13628776"/>
            <a:chOff x="-896231" y="-2525369"/>
            <a:chExt cx="11703669" cy="10221582"/>
          </a:xfrm>
        </p:grpSpPr>
        <p:grpSp>
          <p:nvGrpSpPr>
            <p:cNvPr id="79" name="Google Shape;79;p10"/>
            <p:cNvGrpSpPr/>
            <p:nvPr/>
          </p:nvGrpSpPr>
          <p:grpSpPr>
            <a:xfrm rot="-10539848" flipH="1">
              <a:off x="6108563" y="4049075"/>
              <a:ext cx="4573901" cy="3479217"/>
              <a:chOff x="1522650" y="1117750"/>
              <a:chExt cx="4574075" cy="3479350"/>
            </a:xfrm>
          </p:grpSpPr>
          <p:sp>
            <p:nvSpPr>
              <p:cNvPr id="80" name="Google Shape;80;p10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" name="Google Shape;81;p10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82" name="Google Shape;82;p10"/>
            <p:cNvGrpSpPr/>
            <p:nvPr/>
          </p:nvGrpSpPr>
          <p:grpSpPr>
            <a:xfrm>
              <a:off x="-896231" y="-2525369"/>
              <a:ext cx="4573618" cy="3479002"/>
              <a:chOff x="1522650" y="1117750"/>
              <a:chExt cx="4574075" cy="3479350"/>
            </a:xfrm>
          </p:grpSpPr>
          <p:sp>
            <p:nvSpPr>
              <p:cNvPr id="83" name="Google Shape;83;p10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" name="Google Shape;84;p10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808611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1"/>
          <p:cNvSpPr txBox="1">
            <a:spLocks noGrp="1"/>
          </p:cNvSpPr>
          <p:nvPr>
            <p:ph type="title" hasCustomPrompt="1"/>
          </p:nvPr>
        </p:nvSpPr>
        <p:spPr>
          <a:xfrm>
            <a:off x="5435133" y="3061867"/>
            <a:ext cx="5124400" cy="144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87" name="Google Shape;87;p11"/>
          <p:cNvSpPr txBox="1">
            <a:spLocks noGrp="1"/>
          </p:cNvSpPr>
          <p:nvPr>
            <p:ph type="subTitle" idx="1"/>
          </p:nvPr>
        </p:nvSpPr>
        <p:spPr>
          <a:xfrm>
            <a:off x="5435133" y="4568933"/>
            <a:ext cx="5124400" cy="66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88" name="Google Shape;88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5888267" y="3848834"/>
            <a:ext cx="6303735" cy="30091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53970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09726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960000" y="1974511"/>
            <a:ext cx="979600" cy="59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3" hasCustomPrompt="1"/>
          </p:nvPr>
        </p:nvSpPr>
        <p:spPr>
          <a:xfrm>
            <a:off x="960000" y="3987321"/>
            <a:ext cx="979600" cy="59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4" hasCustomPrompt="1"/>
          </p:nvPr>
        </p:nvSpPr>
        <p:spPr>
          <a:xfrm>
            <a:off x="4408000" y="1974511"/>
            <a:ext cx="979600" cy="59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5" hasCustomPrompt="1"/>
          </p:nvPr>
        </p:nvSpPr>
        <p:spPr>
          <a:xfrm>
            <a:off x="4408000" y="3987321"/>
            <a:ext cx="979600" cy="59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6" hasCustomPrompt="1"/>
          </p:nvPr>
        </p:nvSpPr>
        <p:spPr>
          <a:xfrm>
            <a:off x="7856000" y="1974511"/>
            <a:ext cx="979600" cy="59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7" hasCustomPrompt="1"/>
          </p:nvPr>
        </p:nvSpPr>
        <p:spPr>
          <a:xfrm>
            <a:off x="7856000" y="3987321"/>
            <a:ext cx="979600" cy="59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960000" y="2701933"/>
            <a:ext cx="3376000" cy="6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4408000" y="2701933"/>
            <a:ext cx="3376000" cy="6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9"/>
          </p:nvPr>
        </p:nvSpPr>
        <p:spPr>
          <a:xfrm>
            <a:off x="7856000" y="2701933"/>
            <a:ext cx="3376000" cy="6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3"/>
          </p:nvPr>
        </p:nvSpPr>
        <p:spPr>
          <a:xfrm>
            <a:off x="960000" y="4726533"/>
            <a:ext cx="3376000" cy="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4"/>
          </p:nvPr>
        </p:nvSpPr>
        <p:spPr>
          <a:xfrm>
            <a:off x="4408000" y="4726533"/>
            <a:ext cx="3376000" cy="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7856000" y="4726533"/>
            <a:ext cx="3376000" cy="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04" name="Google Shape;104;p13"/>
          <p:cNvGrpSpPr/>
          <p:nvPr/>
        </p:nvGrpSpPr>
        <p:grpSpPr>
          <a:xfrm>
            <a:off x="0" y="5"/>
            <a:ext cx="12192005" cy="6857995"/>
            <a:chOff x="0" y="4"/>
            <a:chExt cx="9144004" cy="5143496"/>
          </a:xfrm>
        </p:grpSpPr>
        <p:pic>
          <p:nvPicPr>
            <p:cNvPr id="105" name="Google Shape;105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" name="Google Shape;106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7" name="Google Shape;107;p13"/>
          <p:cNvGrpSpPr/>
          <p:nvPr/>
        </p:nvGrpSpPr>
        <p:grpSpPr>
          <a:xfrm rot="-10539848" flipH="1">
            <a:off x="8144751" y="5398767"/>
            <a:ext cx="6098535" cy="4638956"/>
            <a:chOff x="1522650" y="1117750"/>
            <a:chExt cx="4574075" cy="3479350"/>
          </a:xfrm>
        </p:grpSpPr>
        <p:sp>
          <p:nvSpPr>
            <p:cNvPr id="108" name="Google Shape;108;p13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9" name="Google Shape;109;p13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967156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" name="Google Shape;111;p14"/>
          <p:cNvGrpSpPr/>
          <p:nvPr/>
        </p:nvGrpSpPr>
        <p:grpSpPr>
          <a:xfrm>
            <a:off x="1" y="0"/>
            <a:ext cx="12192001" cy="6858000"/>
            <a:chOff x="0" y="0"/>
            <a:chExt cx="9144001" cy="5143500"/>
          </a:xfrm>
        </p:grpSpPr>
        <p:pic>
          <p:nvPicPr>
            <p:cNvPr id="112" name="Google Shape;112;p1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3" name="Google Shape;113;p1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4" name="Google Shape;114;p14"/>
          <p:cNvGrpSpPr/>
          <p:nvPr/>
        </p:nvGrpSpPr>
        <p:grpSpPr>
          <a:xfrm rot="10800000">
            <a:off x="8938969" y="5082263"/>
            <a:ext cx="6098767" cy="4639133"/>
            <a:chOff x="1522650" y="1117750"/>
            <a:chExt cx="4574075" cy="3479350"/>
          </a:xfrm>
        </p:grpSpPr>
        <p:sp>
          <p:nvSpPr>
            <p:cNvPr id="115" name="Google Shape;115;p14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" name="Google Shape;116;p14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17" name="Google Shape;117;p1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612402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Google Shape;119;p15"/>
          <p:cNvGrpSpPr/>
          <p:nvPr/>
        </p:nvGrpSpPr>
        <p:grpSpPr>
          <a:xfrm>
            <a:off x="0" y="5"/>
            <a:ext cx="12192005" cy="6857995"/>
            <a:chOff x="0" y="4"/>
            <a:chExt cx="9144004" cy="5143496"/>
          </a:xfrm>
        </p:grpSpPr>
        <p:pic>
          <p:nvPicPr>
            <p:cNvPr id="120" name="Google Shape;120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1" name="Google Shape;121;p1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2" name="Google Shape;122;p15"/>
          <p:cNvGrpSpPr/>
          <p:nvPr/>
        </p:nvGrpSpPr>
        <p:grpSpPr>
          <a:xfrm rot="-10539848" flipH="1">
            <a:off x="8144751" y="5398767"/>
            <a:ext cx="6098535" cy="4638956"/>
            <a:chOff x="1522650" y="1117750"/>
            <a:chExt cx="4574075" cy="3479350"/>
          </a:xfrm>
        </p:grpSpPr>
        <p:sp>
          <p:nvSpPr>
            <p:cNvPr id="123" name="Google Shape;123;p15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" name="Google Shape;124;p15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25" name="Google Shape;125;p15"/>
          <p:cNvSpPr txBox="1">
            <a:spLocks noGrp="1"/>
          </p:cNvSpPr>
          <p:nvPr>
            <p:ph type="title"/>
          </p:nvPr>
        </p:nvSpPr>
        <p:spPr>
          <a:xfrm>
            <a:off x="5185567" y="1333400"/>
            <a:ext cx="4274000" cy="14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6" name="Google Shape;126;p15"/>
          <p:cNvSpPr txBox="1">
            <a:spLocks noGrp="1"/>
          </p:cNvSpPr>
          <p:nvPr>
            <p:ph type="subTitle" idx="1"/>
          </p:nvPr>
        </p:nvSpPr>
        <p:spPr>
          <a:xfrm>
            <a:off x="5185567" y="2842600"/>
            <a:ext cx="5580400" cy="268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283559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16"/>
          <p:cNvGrpSpPr/>
          <p:nvPr/>
        </p:nvGrpSpPr>
        <p:grpSpPr>
          <a:xfrm>
            <a:off x="1" y="0"/>
            <a:ext cx="12192001" cy="6858000"/>
            <a:chOff x="0" y="0"/>
            <a:chExt cx="9144001" cy="5143500"/>
          </a:xfrm>
        </p:grpSpPr>
        <p:pic>
          <p:nvPicPr>
            <p:cNvPr id="129" name="Google Shape;129;p16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" name="Google Shape;130;p1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1" name="Google Shape;131;p16"/>
          <p:cNvGrpSpPr/>
          <p:nvPr/>
        </p:nvGrpSpPr>
        <p:grpSpPr>
          <a:xfrm rot="10800000">
            <a:off x="8938969" y="5082263"/>
            <a:ext cx="6098767" cy="4639133"/>
            <a:chOff x="1522650" y="1117750"/>
            <a:chExt cx="4574075" cy="3479350"/>
          </a:xfrm>
        </p:grpSpPr>
        <p:sp>
          <p:nvSpPr>
            <p:cNvPr id="132" name="Google Shape;132;p16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3" name="Google Shape;133;p16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34" name="Google Shape;134;p16"/>
          <p:cNvSpPr txBox="1">
            <a:spLocks noGrp="1"/>
          </p:cNvSpPr>
          <p:nvPr>
            <p:ph type="title"/>
          </p:nvPr>
        </p:nvSpPr>
        <p:spPr>
          <a:xfrm>
            <a:off x="950967" y="942767"/>
            <a:ext cx="3127200" cy="129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35" name="Google Shape;135;p16"/>
          <p:cNvSpPr txBox="1">
            <a:spLocks noGrp="1"/>
          </p:cNvSpPr>
          <p:nvPr>
            <p:ph type="subTitle" idx="1"/>
          </p:nvPr>
        </p:nvSpPr>
        <p:spPr>
          <a:xfrm>
            <a:off x="950967" y="2142367"/>
            <a:ext cx="3127200" cy="15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6" name="Google Shape;136;p16"/>
          <p:cNvSpPr>
            <a:spLocks noGrp="1"/>
          </p:cNvSpPr>
          <p:nvPr>
            <p:ph type="pic" idx="2"/>
          </p:nvPr>
        </p:nvSpPr>
        <p:spPr>
          <a:xfrm>
            <a:off x="7451333" y="719333"/>
            <a:ext cx="3734800" cy="54196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37" name="Google Shape;137;p16"/>
          <p:cNvSpPr>
            <a:spLocks noGrp="1"/>
          </p:cNvSpPr>
          <p:nvPr>
            <p:ph type="pic" idx="3"/>
          </p:nvPr>
        </p:nvSpPr>
        <p:spPr>
          <a:xfrm>
            <a:off x="4228600" y="719333"/>
            <a:ext cx="3072400" cy="30476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38" name="Google Shape;138;p16"/>
          <p:cNvSpPr>
            <a:spLocks noGrp="1"/>
          </p:cNvSpPr>
          <p:nvPr>
            <p:ph type="pic" idx="4"/>
          </p:nvPr>
        </p:nvSpPr>
        <p:spPr>
          <a:xfrm>
            <a:off x="4228600" y="3938367"/>
            <a:ext cx="3072400" cy="220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39" name="Google Shape;139;p16"/>
          <p:cNvSpPr>
            <a:spLocks noGrp="1"/>
          </p:cNvSpPr>
          <p:nvPr>
            <p:ph type="pic" idx="5"/>
          </p:nvPr>
        </p:nvSpPr>
        <p:spPr>
          <a:xfrm>
            <a:off x="1005867" y="3938367"/>
            <a:ext cx="3072400" cy="220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062754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oogle Shape;141;p17"/>
          <p:cNvGrpSpPr/>
          <p:nvPr/>
        </p:nvGrpSpPr>
        <p:grpSpPr>
          <a:xfrm>
            <a:off x="0" y="5"/>
            <a:ext cx="12192005" cy="6857995"/>
            <a:chOff x="0" y="4"/>
            <a:chExt cx="9144004" cy="5143496"/>
          </a:xfrm>
        </p:grpSpPr>
        <p:pic>
          <p:nvPicPr>
            <p:cNvPr id="142" name="Google Shape;142;p17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" name="Google Shape;143;p1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4" name="Google Shape;144;p17"/>
          <p:cNvGrpSpPr/>
          <p:nvPr/>
        </p:nvGrpSpPr>
        <p:grpSpPr>
          <a:xfrm rot="-10539848" flipH="1">
            <a:off x="8144751" y="5398767"/>
            <a:ext cx="6098535" cy="4638956"/>
            <a:chOff x="1522650" y="1117750"/>
            <a:chExt cx="4574075" cy="3479350"/>
          </a:xfrm>
        </p:grpSpPr>
        <p:sp>
          <p:nvSpPr>
            <p:cNvPr id="145" name="Google Shape;145;p17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6" name="Google Shape;146;p17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48" name="Google Shape;148;p17"/>
          <p:cNvSpPr txBox="1">
            <a:spLocks noGrp="1"/>
          </p:cNvSpPr>
          <p:nvPr>
            <p:ph type="subTitle" idx="1"/>
          </p:nvPr>
        </p:nvSpPr>
        <p:spPr>
          <a:xfrm>
            <a:off x="959967" y="1552600"/>
            <a:ext cx="4998400" cy="15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73717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oogle Shape;150;p18"/>
          <p:cNvGrpSpPr/>
          <p:nvPr/>
        </p:nvGrpSpPr>
        <p:grpSpPr>
          <a:xfrm>
            <a:off x="1" y="0"/>
            <a:ext cx="12192001" cy="6858000"/>
            <a:chOff x="0" y="0"/>
            <a:chExt cx="9144001" cy="5143500"/>
          </a:xfrm>
        </p:grpSpPr>
        <p:pic>
          <p:nvPicPr>
            <p:cNvPr id="151" name="Google Shape;151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2" name="Google Shape;152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3" name="Google Shape;153;p18"/>
          <p:cNvGrpSpPr/>
          <p:nvPr/>
        </p:nvGrpSpPr>
        <p:grpSpPr>
          <a:xfrm rot="10800000">
            <a:off x="8938969" y="5082263"/>
            <a:ext cx="6098767" cy="4639133"/>
            <a:chOff x="1522650" y="1117750"/>
            <a:chExt cx="4574075" cy="3479350"/>
          </a:xfrm>
        </p:grpSpPr>
        <p:sp>
          <p:nvSpPr>
            <p:cNvPr id="154" name="Google Shape;154;p18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" name="Google Shape;155;p18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56" name="Google Shape;156;p18"/>
          <p:cNvSpPr txBox="1">
            <a:spLocks noGrp="1"/>
          </p:cNvSpPr>
          <p:nvPr>
            <p:ph type="subTitle" idx="1"/>
          </p:nvPr>
        </p:nvSpPr>
        <p:spPr>
          <a:xfrm>
            <a:off x="959967" y="1858400"/>
            <a:ext cx="6687200" cy="2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7" name="Google Shape;157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46051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" name="Google Shape;159;p19"/>
          <p:cNvGrpSpPr/>
          <p:nvPr/>
        </p:nvGrpSpPr>
        <p:grpSpPr>
          <a:xfrm>
            <a:off x="1" y="0"/>
            <a:ext cx="12192001" cy="6858000"/>
            <a:chOff x="0" y="0"/>
            <a:chExt cx="9144001" cy="5143500"/>
          </a:xfrm>
        </p:grpSpPr>
        <p:pic>
          <p:nvPicPr>
            <p:cNvPr id="160" name="Google Shape;160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1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2" name="Google Shape;162;p19"/>
          <p:cNvGrpSpPr/>
          <p:nvPr/>
        </p:nvGrpSpPr>
        <p:grpSpPr>
          <a:xfrm rot="10800000">
            <a:off x="8938969" y="5082263"/>
            <a:ext cx="6098767" cy="4639133"/>
            <a:chOff x="1522650" y="1117750"/>
            <a:chExt cx="4574075" cy="3479350"/>
          </a:xfrm>
        </p:grpSpPr>
        <p:sp>
          <p:nvSpPr>
            <p:cNvPr id="163" name="Google Shape;163;p19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" name="Google Shape;164;p19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65" name="Google Shape;165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66" name="Google Shape;166;p19"/>
          <p:cNvSpPr txBox="1">
            <a:spLocks noGrp="1"/>
          </p:cNvSpPr>
          <p:nvPr>
            <p:ph type="subTitle" idx="1"/>
          </p:nvPr>
        </p:nvSpPr>
        <p:spPr>
          <a:xfrm>
            <a:off x="1154033" y="3655633"/>
            <a:ext cx="2919200" cy="2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7" name="Google Shape;167;p19"/>
          <p:cNvSpPr txBox="1">
            <a:spLocks noGrp="1"/>
          </p:cNvSpPr>
          <p:nvPr>
            <p:ph type="subTitle" idx="2"/>
          </p:nvPr>
        </p:nvSpPr>
        <p:spPr>
          <a:xfrm>
            <a:off x="4578497" y="3655633"/>
            <a:ext cx="2919200" cy="2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8" name="Google Shape;168;p19"/>
          <p:cNvSpPr txBox="1">
            <a:spLocks noGrp="1"/>
          </p:cNvSpPr>
          <p:nvPr>
            <p:ph type="subTitle" idx="3"/>
          </p:nvPr>
        </p:nvSpPr>
        <p:spPr>
          <a:xfrm>
            <a:off x="8002971" y="3655633"/>
            <a:ext cx="2919200" cy="2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subTitle" idx="4"/>
          </p:nvPr>
        </p:nvSpPr>
        <p:spPr>
          <a:xfrm>
            <a:off x="1154033" y="2728667"/>
            <a:ext cx="29192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subTitle" idx="5"/>
          </p:nvPr>
        </p:nvSpPr>
        <p:spPr>
          <a:xfrm>
            <a:off x="4578504" y="2728667"/>
            <a:ext cx="29192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subTitle" idx="6"/>
          </p:nvPr>
        </p:nvSpPr>
        <p:spPr>
          <a:xfrm>
            <a:off x="8002975" y="2728667"/>
            <a:ext cx="29192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296069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Google Shape;173;p20"/>
          <p:cNvGrpSpPr/>
          <p:nvPr/>
        </p:nvGrpSpPr>
        <p:grpSpPr>
          <a:xfrm>
            <a:off x="0" y="5"/>
            <a:ext cx="12192005" cy="6857995"/>
            <a:chOff x="0" y="4"/>
            <a:chExt cx="9144004" cy="5143496"/>
          </a:xfrm>
        </p:grpSpPr>
        <p:pic>
          <p:nvPicPr>
            <p:cNvPr id="174" name="Google Shape;174;p2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5" name="Google Shape;175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6" name="Google Shape;176;p20"/>
          <p:cNvGrpSpPr/>
          <p:nvPr/>
        </p:nvGrpSpPr>
        <p:grpSpPr>
          <a:xfrm rot="-10539848" flipH="1">
            <a:off x="8144751" y="5398767"/>
            <a:ext cx="6098535" cy="4638956"/>
            <a:chOff x="1522650" y="1117750"/>
            <a:chExt cx="4574075" cy="3479350"/>
          </a:xfrm>
        </p:grpSpPr>
        <p:sp>
          <p:nvSpPr>
            <p:cNvPr id="177" name="Google Shape;177;p20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8" name="Google Shape;178;p20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79" name="Google Shape;179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80" name="Google Shape;180;p20"/>
          <p:cNvSpPr txBox="1">
            <a:spLocks noGrp="1"/>
          </p:cNvSpPr>
          <p:nvPr>
            <p:ph type="subTitle" idx="1"/>
          </p:nvPr>
        </p:nvSpPr>
        <p:spPr>
          <a:xfrm>
            <a:off x="1634232" y="2212567"/>
            <a:ext cx="42916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1" name="Google Shape;181;p20"/>
          <p:cNvSpPr txBox="1">
            <a:spLocks noGrp="1"/>
          </p:cNvSpPr>
          <p:nvPr>
            <p:ph type="subTitle" idx="2"/>
          </p:nvPr>
        </p:nvSpPr>
        <p:spPr>
          <a:xfrm>
            <a:off x="6736167" y="2212567"/>
            <a:ext cx="42916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subTitle" idx="3"/>
          </p:nvPr>
        </p:nvSpPr>
        <p:spPr>
          <a:xfrm>
            <a:off x="1634232" y="4426667"/>
            <a:ext cx="42916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3" name="Google Shape;183;p20"/>
          <p:cNvSpPr txBox="1">
            <a:spLocks noGrp="1"/>
          </p:cNvSpPr>
          <p:nvPr>
            <p:ph type="subTitle" idx="4"/>
          </p:nvPr>
        </p:nvSpPr>
        <p:spPr>
          <a:xfrm>
            <a:off x="6736167" y="4426667"/>
            <a:ext cx="42916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4" name="Google Shape;184;p20"/>
          <p:cNvSpPr txBox="1">
            <a:spLocks noGrp="1"/>
          </p:cNvSpPr>
          <p:nvPr>
            <p:ph type="subTitle" idx="5"/>
          </p:nvPr>
        </p:nvSpPr>
        <p:spPr>
          <a:xfrm>
            <a:off x="1634233" y="1775567"/>
            <a:ext cx="4291600" cy="54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subTitle" idx="6"/>
          </p:nvPr>
        </p:nvSpPr>
        <p:spPr>
          <a:xfrm>
            <a:off x="1634233" y="3989700"/>
            <a:ext cx="4291600" cy="54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6" name="Google Shape;186;p20"/>
          <p:cNvSpPr txBox="1">
            <a:spLocks noGrp="1"/>
          </p:cNvSpPr>
          <p:nvPr>
            <p:ph type="subTitle" idx="7"/>
          </p:nvPr>
        </p:nvSpPr>
        <p:spPr>
          <a:xfrm>
            <a:off x="6736132" y="1775567"/>
            <a:ext cx="4291600" cy="54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ubTitle" idx="8"/>
          </p:nvPr>
        </p:nvSpPr>
        <p:spPr>
          <a:xfrm>
            <a:off x="6736132" y="3989700"/>
            <a:ext cx="4291600" cy="54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319920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oogle Shape;189;p21"/>
          <p:cNvGrpSpPr/>
          <p:nvPr/>
        </p:nvGrpSpPr>
        <p:grpSpPr>
          <a:xfrm>
            <a:off x="1" y="0"/>
            <a:ext cx="12192001" cy="6858000"/>
            <a:chOff x="0" y="0"/>
            <a:chExt cx="9144001" cy="5143500"/>
          </a:xfrm>
        </p:grpSpPr>
        <p:pic>
          <p:nvPicPr>
            <p:cNvPr id="190" name="Google Shape;190;p21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1" name="Google Shape;191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92" name="Google Shape;192;p21"/>
          <p:cNvGrpSpPr/>
          <p:nvPr/>
        </p:nvGrpSpPr>
        <p:grpSpPr>
          <a:xfrm rot="10800000">
            <a:off x="8938969" y="5082263"/>
            <a:ext cx="6098767" cy="4639133"/>
            <a:chOff x="1522650" y="1117750"/>
            <a:chExt cx="4574075" cy="3479350"/>
          </a:xfrm>
        </p:grpSpPr>
        <p:sp>
          <p:nvSpPr>
            <p:cNvPr id="193" name="Google Shape;193;p21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95" name="Google Shape;195;p21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96" name="Google Shape;196;p21"/>
          <p:cNvSpPr txBox="1">
            <a:spLocks noGrp="1"/>
          </p:cNvSpPr>
          <p:nvPr>
            <p:ph type="subTitle" idx="1"/>
          </p:nvPr>
        </p:nvSpPr>
        <p:spPr>
          <a:xfrm>
            <a:off x="1549367" y="2209236"/>
            <a:ext cx="2633600" cy="15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7" name="Google Shape;197;p21"/>
          <p:cNvSpPr txBox="1">
            <a:spLocks noGrp="1"/>
          </p:cNvSpPr>
          <p:nvPr>
            <p:ph type="subTitle" idx="2"/>
          </p:nvPr>
        </p:nvSpPr>
        <p:spPr>
          <a:xfrm>
            <a:off x="5043967" y="2209233"/>
            <a:ext cx="2629600" cy="15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8" name="Google Shape;198;p21"/>
          <p:cNvSpPr txBox="1">
            <a:spLocks noGrp="1"/>
          </p:cNvSpPr>
          <p:nvPr>
            <p:ph type="subTitle" idx="3"/>
          </p:nvPr>
        </p:nvSpPr>
        <p:spPr>
          <a:xfrm>
            <a:off x="1549367" y="4516295"/>
            <a:ext cx="2633600" cy="15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9" name="Google Shape;199;p21"/>
          <p:cNvSpPr txBox="1">
            <a:spLocks noGrp="1"/>
          </p:cNvSpPr>
          <p:nvPr>
            <p:ph type="subTitle" idx="4"/>
          </p:nvPr>
        </p:nvSpPr>
        <p:spPr>
          <a:xfrm>
            <a:off x="5043967" y="4516295"/>
            <a:ext cx="2633600" cy="15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0" name="Google Shape;200;p21"/>
          <p:cNvSpPr txBox="1">
            <a:spLocks noGrp="1"/>
          </p:cNvSpPr>
          <p:nvPr>
            <p:ph type="subTitle" idx="5"/>
          </p:nvPr>
        </p:nvSpPr>
        <p:spPr>
          <a:xfrm>
            <a:off x="8538567" y="2209236"/>
            <a:ext cx="2633600" cy="15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1" name="Google Shape;201;p21"/>
          <p:cNvSpPr txBox="1">
            <a:spLocks noGrp="1"/>
          </p:cNvSpPr>
          <p:nvPr>
            <p:ph type="subTitle" idx="6"/>
          </p:nvPr>
        </p:nvSpPr>
        <p:spPr>
          <a:xfrm>
            <a:off x="8538567" y="4516295"/>
            <a:ext cx="2633600" cy="15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2" name="Google Shape;202;p21"/>
          <p:cNvSpPr txBox="1">
            <a:spLocks noGrp="1"/>
          </p:cNvSpPr>
          <p:nvPr>
            <p:ph type="subTitle" idx="7"/>
          </p:nvPr>
        </p:nvSpPr>
        <p:spPr>
          <a:xfrm>
            <a:off x="1549367" y="1812321"/>
            <a:ext cx="26336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3" name="Google Shape;203;p21"/>
          <p:cNvSpPr txBox="1">
            <a:spLocks noGrp="1"/>
          </p:cNvSpPr>
          <p:nvPr>
            <p:ph type="subTitle" idx="8"/>
          </p:nvPr>
        </p:nvSpPr>
        <p:spPr>
          <a:xfrm>
            <a:off x="5043967" y="1812321"/>
            <a:ext cx="26296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4" name="Google Shape;204;p21"/>
          <p:cNvSpPr txBox="1">
            <a:spLocks noGrp="1"/>
          </p:cNvSpPr>
          <p:nvPr>
            <p:ph type="subTitle" idx="9"/>
          </p:nvPr>
        </p:nvSpPr>
        <p:spPr>
          <a:xfrm>
            <a:off x="8538567" y="1812321"/>
            <a:ext cx="26304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5" name="Google Shape;205;p21"/>
          <p:cNvSpPr txBox="1">
            <a:spLocks noGrp="1"/>
          </p:cNvSpPr>
          <p:nvPr>
            <p:ph type="subTitle" idx="13"/>
          </p:nvPr>
        </p:nvSpPr>
        <p:spPr>
          <a:xfrm>
            <a:off x="1549367" y="4115089"/>
            <a:ext cx="26336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subTitle" idx="14"/>
          </p:nvPr>
        </p:nvSpPr>
        <p:spPr>
          <a:xfrm>
            <a:off x="5043967" y="4115089"/>
            <a:ext cx="26296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subTitle" idx="15"/>
          </p:nvPr>
        </p:nvSpPr>
        <p:spPr>
          <a:xfrm>
            <a:off x="8538567" y="4115089"/>
            <a:ext cx="26304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198770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2"/>
          <p:cNvSpPr txBox="1">
            <a:spLocks noGrp="1"/>
          </p:cNvSpPr>
          <p:nvPr>
            <p:ph type="title" hasCustomPrompt="1"/>
          </p:nvPr>
        </p:nvSpPr>
        <p:spPr>
          <a:xfrm>
            <a:off x="1600767" y="3021555"/>
            <a:ext cx="3652400" cy="8900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467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10" name="Google Shape;210;p22"/>
          <p:cNvSpPr txBox="1">
            <a:spLocks noGrp="1"/>
          </p:cNvSpPr>
          <p:nvPr>
            <p:ph type="subTitle" idx="1"/>
          </p:nvPr>
        </p:nvSpPr>
        <p:spPr>
          <a:xfrm>
            <a:off x="1600767" y="3931845"/>
            <a:ext cx="36524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 sz="2133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1" name="Google Shape;211;p22"/>
          <p:cNvSpPr txBox="1">
            <a:spLocks noGrp="1"/>
          </p:cNvSpPr>
          <p:nvPr>
            <p:ph type="title" idx="2" hasCustomPrompt="1"/>
          </p:nvPr>
        </p:nvSpPr>
        <p:spPr>
          <a:xfrm>
            <a:off x="1600767" y="1303933"/>
            <a:ext cx="3652400" cy="888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467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12" name="Google Shape;212;p22"/>
          <p:cNvSpPr txBox="1">
            <a:spLocks noGrp="1"/>
          </p:cNvSpPr>
          <p:nvPr>
            <p:ph type="subTitle" idx="3"/>
          </p:nvPr>
        </p:nvSpPr>
        <p:spPr>
          <a:xfrm>
            <a:off x="1600767" y="2225896"/>
            <a:ext cx="3652400" cy="4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 sz="2133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3" name="Google Shape;213;p22"/>
          <p:cNvSpPr txBox="1">
            <a:spLocks noGrp="1"/>
          </p:cNvSpPr>
          <p:nvPr>
            <p:ph type="title" idx="4" hasCustomPrompt="1"/>
          </p:nvPr>
        </p:nvSpPr>
        <p:spPr>
          <a:xfrm>
            <a:off x="1600767" y="4740776"/>
            <a:ext cx="3652400" cy="8900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467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14" name="Google Shape;214;p22"/>
          <p:cNvSpPr txBox="1">
            <a:spLocks noGrp="1"/>
          </p:cNvSpPr>
          <p:nvPr>
            <p:ph type="subTitle" idx="5"/>
          </p:nvPr>
        </p:nvSpPr>
        <p:spPr>
          <a:xfrm>
            <a:off x="1600767" y="5651067"/>
            <a:ext cx="36524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 sz="2133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15" name="Google Shape;215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" y="1"/>
            <a:ext cx="6303735" cy="30091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597814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3"/>
          <p:cNvSpPr txBox="1">
            <a:spLocks noGrp="1"/>
          </p:cNvSpPr>
          <p:nvPr>
            <p:ph type="title"/>
          </p:nvPr>
        </p:nvSpPr>
        <p:spPr>
          <a:xfrm>
            <a:off x="950967" y="996351"/>
            <a:ext cx="4375600" cy="127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8" name="Google Shape;218;p23"/>
          <p:cNvSpPr txBox="1">
            <a:spLocks noGrp="1"/>
          </p:cNvSpPr>
          <p:nvPr>
            <p:ph type="subTitle" idx="1"/>
          </p:nvPr>
        </p:nvSpPr>
        <p:spPr>
          <a:xfrm>
            <a:off x="950967" y="2112599"/>
            <a:ext cx="4375600" cy="119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19" name="Google Shape;219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" y="1"/>
            <a:ext cx="6303735" cy="3009167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3"/>
          <p:cNvSpPr txBox="1"/>
          <p:nvPr/>
        </p:nvSpPr>
        <p:spPr>
          <a:xfrm>
            <a:off x="950967" y="4547384"/>
            <a:ext cx="4371600" cy="9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 b="1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CREDITS:</a:t>
            </a:r>
            <a:r>
              <a:rPr lang="en" sz="1333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 This presentation template was created by </a:t>
            </a:r>
            <a:r>
              <a:rPr lang="en" sz="1333" b="1" u="sng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, and includes icons by </a:t>
            </a:r>
            <a:r>
              <a:rPr lang="en" sz="1333" b="1" u="sng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, and infographics &amp; images by </a:t>
            </a:r>
            <a:r>
              <a:rPr lang="en" sz="1333" b="1" u="sng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 b="1" u="sng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 </a:t>
            </a:r>
            <a:endParaRPr sz="1333" b="1" u="sng">
              <a:solidFill>
                <a:schemeClr val="dk1"/>
              </a:solidFill>
              <a:latin typeface="Cairo"/>
              <a:ea typeface="Cairo"/>
              <a:cs typeface="Cairo"/>
              <a:sym typeface="Cairo"/>
            </a:endParaRPr>
          </a:p>
        </p:txBody>
      </p:sp>
    </p:spTree>
    <p:extLst>
      <p:ext uri="{BB962C8B-B14F-4D97-AF65-F5344CB8AC3E}">
        <p14:creationId xmlns:p14="http://schemas.microsoft.com/office/powerpoint/2010/main" val="29272231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oogle Shape;222;p24"/>
          <p:cNvGrpSpPr/>
          <p:nvPr/>
        </p:nvGrpSpPr>
        <p:grpSpPr>
          <a:xfrm>
            <a:off x="1" y="0"/>
            <a:ext cx="12192001" cy="6858000"/>
            <a:chOff x="0" y="0"/>
            <a:chExt cx="9144001" cy="5143500"/>
          </a:xfrm>
        </p:grpSpPr>
        <p:pic>
          <p:nvPicPr>
            <p:cNvPr id="223" name="Google Shape;223;p2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0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4" name="Google Shape;224;p2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7388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5" name="Google Shape;225;p24"/>
          <p:cNvGrpSpPr/>
          <p:nvPr/>
        </p:nvGrpSpPr>
        <p:grpSpPr>
          <a:xfrm rot="756538">
            <a:off x="-1426443" y="-2456763"/>
            <a:ext cx="6098876" cy="4639216"/>
            <a:chOff x="1522650" y="1117750"/>
            <a:chExt cx="4574075" cy="3479350"/>
          </a:xfrm>
        </p:grpSpPr>
        <p:sp>
          <p:nvSpPr>
            <p:cNvPr id="226" name="Google Shape;226;p24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7" name="Google Shape;227;p24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442880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9" name="Google Shape;229;p25"/>
          <p:cNvGrpSpPr/>
          <p:nvPr/>
        </p:nvGrpSpPr>
        <p:grpSpPr>
          <a:xfrm>
            <a:off x="1" y="0"/>
            <a:ext cx="12192001" cy="6858000"/>
            <a:chOff x="0" y="0"/>
            <a:chExt cx="9144001" cy="5143500"/>
          </a:xfrm>
        </p:grpSpPr>
        <p:pic>
          <p:nvPicPr>
            <p:cNvPr id="230" name="Google Shape;230;p2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1" name="Google Shape;231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25"/>
          <p:cNvGrpSpPr/>
          <p:nvPr/>
        </p:nvGrpSpPr>
        <p:grpSpPr>
          <a:xfrm>
            <a:off x="-2460166" y="-2907770"/>
            <a:ext cx="16870083" cy="13169388"/>
            <a:chOff x="-1845124" y="-2180828"/>
            <a:chExt cx="12652562" cy="9877041"/>
          </a:xfrm>
        </p:grpSpPr>
        <p:grpSp>
          <p:nvGrpSpPr>
            <p:cNvPr id="233" name="Google Shape;233;p25"/>
            <p:cNvGrpSpPr/>
            <p:nvPr/>
          </p:nvGrpSpPr>
          <p:grpSpPr>
            <a:xfrm>
              <a:off x="-1845124" y="-2180828"/>
              <a:ext cx="4574075" cy="3479350"/>
              <a:chOff x="1522650" y="1117750"/>
              <a:chExt cx="4574075" cy="3479350"/>
            </a:xfrm>
          </p:grpSpPr>
          <p:sp>
            <p:nvSpPr>
              <p:cNvPr id="234" name="Google Shape;234;p25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" name="Google Shape;235;p25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236" name="Google Shape;236;p25"/>
            <p:cNvGrpSpPr/>
            <p:nvPr/>
          </p:nvGrpSpPr>
          <p:grpSpPr>
            <a:xfrm rot="-10539848" flipH="1">
              <a:off x="6108563" y="4049075"/>
              <a:ext cx="4573901" cy="3479217"/>
              <a:chOff x="1522650" y="1117750"/>
              <a:chExt cx="4574075" cy="3479350"/>
            </a:xfrm>
          </p:grpSpPr>
          <p:sp>
            <p:nvSpPr>
              <p:cNvPr id="237" name="Google Shape;237;p25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" name="Google Shape;238;p25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154892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23006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8"/>
          <p:cNvSpPr txBox="1">
            <a:spLocks noGrp="1"/>
          </p:cNvSpPr>
          <p:nvPr>
            <p:ph type="title"/>
          </p:nvPr>
        </p:nvSpPr>
        <p:spPr>
          <a:xfrm>
            <a:off x="955600" y="681367"/>
            <a:ext cx="10280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20508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087905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  <p:sldLayoutId id="2147483766" r:id="rId12"/>
    <p:sldLayoutId id="2147483767" r:id="rId13"/>
    <p:sldLayoutId id="2147483768" r:id="rId14"/>
    <p:sldLayoutId id="2147483769" r:id="rId15"/>
    <p:sldLayoutId id="2147483770" r:id="rId16"/>
    <p:sldLayoutId id="2147483771" r:id="rId17"/>
    <p:sldLayoutId id="2147483772" r:id="rId18"/>
    <p:sldLayoutId id="2147483773" r:id="rId19"/>
    <p:sldLayoutId id="2147483774" r:id="rId20"/>
    <p:sldLayoutId id="2147483775" r:id="rId21"/>
    <p:sldLayoutId id="2147483776" r:id="rId22"/>
    <p:sldLayoutId id="2147483777" r:id="rId23"/>
    <p:sldLayoutId id="2147483778" r:id="rId24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6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41" name="Google Shape;241;p26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7753864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80" r:id="rId1"/>
    <p:sldLayoutId id="214748378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53BF-D28B-E061-484F-184672B859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Quantum Circuit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18A296-EA5E-0046-DA02-79932DF3D3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An intractable challenge</a:t>
            </a:r>
          </a:p>
        </p:txBody>
      </p:sp>
    </p:spTree>
    <p:extLst>
      <p:ext uri="{BB962C8B-B14F-4D97-AF65-F5344CB8AC3E}">
        <p14:creationId xmlns:p14="http://schemas.microsoft.com/office/powerpoint/2010/main" val="1686876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3289E-0154-85EB-B857-A7DB77457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88" y="1473562"/>
            <a:ext cx="7649810" cy="2446587"/>
          </a:xfrm>
        </p:spPr>
        <p:txBody>
          <a:bodyPr/>
          <a:lstStyle/>
          <a:p>
            <a:r>
              <a:rPr lang="en-GB" sz="2800" dirty="0"/>
              <a:t>What is quantum computing? Why would we want to simulate it?</a:t>
            </a:r>
            <a:br>
              <a:rPr lang="en-GB" sz="2800" dirty="0"/>
            </a:br>
            <a:r>
              <a:rPr lang="en-GB" sz="2800" dirty="0"/>
              <a:t>Quantum computing is an emerging technology with </a:t>
            </a:r>
            <a:r>
              <a:rPr lang="en-GB" sz="2800"/>
              <a:t>the potential to </a:t>
            </a:r>
            <a:br>
              <a:rPr lang="en-GB" sz="4400" dirty="0"/>
            </a:br>
            <a:endParaRPr lang="en-GB" sz="4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A1179E-B827-F6A0-6175-92020F144D8D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15177" y="425511"/>
            <a:ext cx="5196323" cy="911649"/>
          </a:xfrm>
        </p:spPr>
        <p:txBody>
          <a:bodyPr/>
          <a:lstStyle/>
          <a:p>
            <a:r>
              <a:rPr lang="en-GB" sz="5400" dirty="0"/>
              <a:t>Why simulation?</a:t>
            </a:r>
          </a:p>
        </p:txBody>
      </p:sp>
    </p:spTree>
    <p:extLst>
      <p:ext uri="{BB962C8B-B14F-4D97-AF65-F5344CB8AC3E}">
        <p14:creationId xmlns:p14="http://schemas.microsoft.com/office/powerpoint/2010/main" val="4203459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74559-ADD9-0D84-9F8C-9CD6EEF81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85D98-4448-8231-D1A2-8B95F782A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88" y="1473562"/>
            <a:ext cx="7649810" cy="2446587"/>
          </a:xfrm>
        </p:spPr>
        <p:txBody>
          <a:bodyPr/>
          <a:lstStyle/>
          <a:p>
            <a:r>
              <a:rPr lang="en-GB" sz="4400" dirty="0"/>
              <a:t>Text</a:t>
            </a:r>
            <a:br>
              <a:rPr lang="en-GB" sz="4400" dirty="0"/>
            </a:br>
            <a:endParaRPr lang="en-GB" sz="4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67F8E6-6DBB-FF63-31B2-F25A72397884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15177" y="425511"/>
            <a:ext cx="5196323" cy="911649"/>
          </a:xfrm>
        </p:spPr>
        <p:txBody>
          <a:bodyPr/>
          <a:lstStyle/>
          <a:p>
            <a:r>
              <a:rPr lang="en-GB" sz="5400" dirty="0"/>
              <a:t>The Challenge</a:t>
            </a:r>
          </a:p>
        </p:txBody>
      </p:sp>
    </p:spTree>
    <p:extLst>
      <p:ext uri="{BB962C8B-B14F-4D97-AF65-F5344CB8AC3E}">
        <p14:creationId xmlns:p14="http://schemas.microsoft.com/office/powerpoint/2010/main" val="3046612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BA635-1F91-8ACC-7425-9C1B93E14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253D5-9691-3765-76F7-EB694E926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88" y="1473562"/>
            <a:ext cx="7649810" cy="2446587"/>
          </a:xfrm>
        </p:spPr>
        <p:txBody>
          <a:bodyPr/>
          <a:lstStyle/>
          <a:p>
            <a:r>
              <a:rPr lang="en-GB" sz="4400" dirty="0"/>
              <a:t>Text</a:t>
            </a:r>
            <a:br>
              <a:rPr lang="en-GB" sz="4400" dirty="0"/>
            </a:br>
            <a:endParaRPr lang="en-GB" sz="4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FFB0E4-1762-F1BA-E206-330A4996218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15177" y="425511"/>
            <a:ext cx="5196323" cy="911649"/>
          </a:xfrm>
        </p:spPr>
        <p:txBody>
          <a:bodyPr/>
          <a:lstStyle/>
          <a:p>
            <a:r>
              <a:rPr lang="en-GB" sz="5400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977670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B4B4-9973-7B86-BD53-BD2136FA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90402-5EB2-88D6-3CC4-15892B390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88" y="1473562"/>
            <a:ext cx="7649810" cy="2446587"/>
          </a:xfrm>
        </p:spPr>
        <p:txBody>
          <a:bodyPr/>
          <a:lstStyle/>
          <a:p>
            <a:r>
              <a:rPr lang="en-GB" sz="4400" dirty="0"/>
              <a:t>Text</a:t>
            </a:r>
            <a:br>
              <a:rPr lang="en-GB" sz="4400" dirty="0"/>
            </a:br>
            <a:endParaRPr lang="en-GB" sz="4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376758-D50B-A20E-D012-9FE6A5FB76E3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15177" y="425511"/>
            <a:ext cx="5196323" cy="911649"/>
          </a:xfrm>
        </p:spPr>
        <p:txBody>
          <a:bodyPr/>
          <a:lstStyle/>
          <a:p>
            <a:r>
              <a:rPr lang="en-GB" sz="5400" dirty="0"/>
              <a:t>Related works</a:t>
            </a:r>
          </a:p>
        </p:txBody>
      </p:sp>
    </p:spTree>
    <p:extLst>
      <p:ext uri="{BB962C8B-B14F-4D97-AF65-F5344CB8AC3E}">
        <p14:creationId xmlns:p14="http://schemas.microsoft.com/office/powerpoint/2010/main" val="3279262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A7C50-6797-EE1B-C5A7-65553A127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1C600-8283-A4D1-5A34-41CAB0FDC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88" y="1473562"/>
            <a:ext cx="7649810" cy="2446587"/>
          </a:xfrm>
        </p:spPr>
        <p:txBody>
          <a:bodyPr/>
          <a:lstStyle/>
          <a:p>
            <a:r>
              <a:rPr lang="en-GB" sz="4400" dirty="0"/>
              <a:t>Text</a:t>
            </a:r>
            <a:br>
              <a:rPr lang="en-GB" sz="4400" dirty="0"/>
            </a:br>
            <a:endParaRPr lang="en-GB" sz="4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3605D1-9BB2-CF8F-A995-C71BC48EB5D0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15177" y="425511"/>
            <a:ext cx="5196323" cy="911649"/>
          </a:xfrm>
        </p:spPr>
        <p:txBody>
          <a:bodyPr/>
          <a:lstStyle/>
          <a:p>
            <a:r>
              <a:rPr lang="en-GB" sz="5400" dirty="0"/>
              <a:t>Tools &amp; Approach</a:t>
            </a:r>
          </a:p>
        </p:txBody>
      </p:sp>
    </p:spTree>
    <p:extLst>
      <p:ext uri="{BB962C8B-B14F-4D97-AF65-F5344CB8AC3E}">
        <p14:creationId xmlns:p14="http://schemas.microsoft.com/office/powerpoint/2010/main" val="3591661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44C02-6296-393C-04DD-05D8DD49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86F5D-9633-6207-639E-A99E6384A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88" y="1473562"/>
            <a:ext cx="7649810" cy="2446587"/>
          </a:xfrm>
        </p:spPr>
        <p:txBody>
          <a:bodyPr/>
          <a:lstStyle/>
          <a:p>
            <a:r>
              <a:rPr lang="en-GB" sz="4400" dirty="0"/>
              <a:t>Text</a:t>
            </a:r>
            <a:br>
              <a:rPr lang="en-GB" sz="4400" dirty="0"/>
            </a:br>
            <a:endParaRPr lang="en-GB" sz="4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25897D-0638-4756-40E8-1EAD596242D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15177" y="425511"/>
            <a:ext cx="6418542" cy="911649"/>
          </a:xfrm>
        </p:spPr>
        <p:txBody>
          <a:bodyPr/>
          <a:lstStyle/>
          <a:p>
            <a:r>
              <a:rPr lang="en-GB" sz="5400" dirty="0"/>
              <a:t>Requirements &amp; Spec</a:t>
            </a:r>
          </a:p>
        </p:txBody>
      </p:sp>
    </p:spTree>
    <p:extLst>
      <p:ext uri="{BB962C8B-B14F-4D97-AF65-F5344CB8AC3E}">
        <p14:creationId xmlns:p14="http://schemas.microsoft.com/office/powerpoint/2010/main" val="3144134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E0B13-155B-EA6B-909A-09AA2B1EA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C7981-BD6E-9748-00B0-92DC94B3F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88" y="1473562"/>
            <a:ext cx="7649810" cy="2446587"/>
          </a:xfrm>
        </p:spPr>
        <p:txBody>
          <a:bodyPr/>
          <a:lstStyle/>
          <a:p>
            <a:r>
              <a:rPr lang="en-GB" sz="4400" dirty="0"/>
              <a:t>Text</a:t>
            </a:r>
            <a:br>
              <a:rPr lang="en-GB" sz="4400" dirty="0"/>
            </a:br>
            <a:endParaRPr lang="en-GB" sz="4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3C81FC-4290-4E9D-1CCF-CED8D5E29FDE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15177" y="425511"/>
            <a:ext cx="6020189" cy="911649"/>
          </a:xfrm>
        </p:spPr>
        <p:txBody>
          <a:bodyPr/>
          <a:lstStyle/>
          <a:p>
            <a:r>
              <a:rPr lang="en-GB" sz="5400" dirty="0"/>
              <a:t>Methodology &amp; Plan</a:t>
            </a:r>
          </a:p>
        </p:txBody>
      </p:sp>
    </p:spTree>
    <p:extLst>
      <p:ext uri="{BB962C8B-B14F-4D97-AF65-F5344CB8AC3E}">
        <p14:creationId xmlns:p14="http://schemas.microsoft.com/office/powerpoint/2010/main" val="25403978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4C9BC-6C13-0527-AF4B-3AC485246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6DAA3-E30A-0C18-CF2E-8AF2714E6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88" y="1473562"/>
            <a:ext cx="7649810" cy="2446587"/>
          </a:xfrm>
        </p:spPr>
        <p:txBody>
          <a:bodyPr/>
          <a:lstStyle/>
          <a:p>
            <a:r>
              <a:rPr lang="en-GB" sz="4400" dirty="0"/>
              <a:t>Text</a:t>
            </a:r>
            <a:br>
              <a:rPr lang="en-GB" sz="4400" dirty="0"/>
            </a:br>
            <a:endParaRPr lang="en-GB" sz="4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71D8772-EAEF-E422-E799-73F298EB7B23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15177" y="425511"/>
            <a:ext cx="5196323" cy="911649"/>
          </a:xfrm>
        </p:spPr>
        <p:txBody>
          <a:bodyPr/>
          <a:lstStyle/>
          <a:p>
            <a:r>
              <a:rPr lang="en-GB" sz="5400" dirty="0"/>
              <a:t>Risk Analysis</a:t>
            </a:r>
          </a:p>
        </p:txBody>
      </p:sp>
    </p:spTree>
    <p:extLst>
      <p:ext uri="{BB962C8B-B14F-4D97-AF65-F5344CB8AC3E}">
        <p14:creationId xmlns:p14="http://schemas.microsoft.com/office/powerpoint/2010/main" val="2881284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1D532-2359-DCB7-4646-A9B984ADC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78AD5-85F2-9BA6-2233-DDAFD46D0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88" y="1473562"/>
            <a:ext cx="7649810" cy="2446587"/>
          </a:xfrm>
        </p:spPr>
        <p:txBody>
          <a:bodyPr/>
          <a:lstStyle/>
          <a:p>
            <a:r>
              <a:rPr lang="en-GB" sz="4400" dirty="0"/>
              <a:t>Text</a:t>
            </a:r>
            <a:br>
              <a:rPr lang="en-GB" sz="4400" dirty="0"/>
            </a:br>
            <a:endParaRPr lang="en-GB" sz="4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AFE12E-472F-8301-D19A-8910857585E4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15177" y="425511"/>
            <a:ext cx="6635825" cy="911649"/>
          </a:xfrm>
        </p:spPr>
        <p:txBody>
          <a:bodyPr/>
          <a:lstStyle/>
          <a:p>
            <a:r>
              <a:rPr lang="en-GB" sz="5400" dirty="0"/>
              <a:t>Summary &amp; Questions</a:t>
            </a:r>
          </a:p>
        </p:txBody>
      </p:sp>
    </p:spTree>
    <p:extLst>
      <p:ext uri="{BB962C8B-B14F-4D97-AF65-F5344CB8AC3E}">
        <p14:creationId xmlns:p14="http://schemas.microsoft.com/office/powerpoint/2010/main" val="1773989301"/>
      </p:ext>
    </p:extLst>
  </p:cSld>
  <p:clrMapOvr>
    <a:masterClrMapping/>
  </p:clrMapOvr>
</p:sld>
</file>

<file path=ppt/theme/theme1.xml><?xml version="1.0" encoding="utf-8"?>
<a:theme xmlns:a="http://schemas.openxmlformats.org/drawingml/2006/main" name="Data Migration Project Proposal by Slidesgo">
  <a:themeElements>
    <a:clrScheme name="Simple Light">
      <a:dk1>
        <a:srgbClr val="241160"/>
      </a:dk1>
      <a:lt1>
        <a:srgbClr val="FFFFFF"/>
      </a:lt1>
      <a:dk2>
        <a:srgbClr val="E2E4FC"/>
      </a:dk2>
      <a:lt2>
        <a:srgbClr val="8861F1"/>
      </a:lt2>
      <a:accent1>
        <a:srgbClr val="545EEA"/>
      </a:accent1>
      <a:accent2>
        <a:srgbClr val="0B9CDC"/>
      </a:accent2>
      <a:accent3>
        <a:srgbClr val="01CFE6"/>
      </a:accent3>
      <a:accent4>
        <a:srgbClr val="FFFFFF"/>
      </a:accent4>
      <a:accent5>
        <a:srgbClr val="FFFFFF"/>
      </a:accent5>
      <a:accent6>
        <a:srgbClr val="FFFFFF"/>
      </a:accent6>
      <a:hlink>
        <a:srgbClr val="24116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Data Migration Project Proposal by Slidesgo</Template>
  <TotalTime>289</TotalTime>
  <Words>106</Words>
  <Application>Microsoft Office PowerPoint</Application>
  <PresentationFormat>Widescreen</PresentationFormat>
  <Paragraphs>24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2" baseType="lpstr">
      <vt:lpstr>Aptos</vt:lpstr>
      <vt:lpstr>Arial</vt:lpstr>
      <vt:lpstr>Cairo</vt:lpstr>
      <vt:lpstr>Nunito Light</vt:lpstr>
      <vt:lpstr>Open Sans</vt:lpstr>
      <vt:lpstr>Proxima Nova</vt:lpstr>
      <vt:lpstr>PT Sans</vt:lpstr>
      <vt:lpstr>Raleway</vt:lpstr>
      <vt:lpstr>Space Grotesk</vt:lpstr>
      <vt:lpstr>Space Grotesk Medium</vt:lpstr>
      <vt:lpstr>Data Migration Project Proposal by Slidesgo</vt:lpstr>
      <vt:lpstr>Slidesgo Final Pages</vt:lpstr>
      <vt:lpstr>Quantum Circuit Simulation</vt:lpstr>
      <vt:lpstr>What is quantum computing? Why would we want to simulate it? Quantum computing is an emerging technology with the potential to  </vt:lpstr>
      <vt:lpstr>Text </vt:lpstr>
      <vt:lpstr>Text </vt:lpstr>
      <vt:lpstr>Text </vt:lpstr>
      <vt:lpstr>Text </vt:lpstr>
      <vt:lpstr>Text </vt:lpstr>
      <vt:lpstr>Text </vt:lpstr>
      <vt:lpstr>Text </vt:lpstr>
      <vt:lpstr>Text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Maynard</dc:creator>
  <cp:lastModifiedBy>Danny Maynard</cp:lastModifiedBy>
  <cp:revision>1</cp:revision>
  <dcterms:created xsi:type="dcterms:W3CDTF">2026-05-03T18:38:30Z</dcterms:created>
  <dcterms:modified xsi:type="dcterms:W3CDTF">2026-05-03T23:28:05Z</dcterms:modified>
</cp:coreProperties>
</file>