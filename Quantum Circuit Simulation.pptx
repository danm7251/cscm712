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54" r:id="rId1"/>
    <p:sldMasterId id="2147483779" r:id="rId2"/>
  </p:sldMasterIdLst>
  <p:notesMasterIdLst>
    <p:notesMasterId r:id="rId15"/>
  </p:notesMasterIdLst>
  <p:sldIdLst>
    <p:sldId id="256" r:id="rId3"/>
    <p:sldId id="257" r:id="rId4"/>
    <p:sldId id="266" r:id="rId5"/>
    <p:sldId id="259" r:id="rId6"/>
    <p:sldId id="267" r:id="rId7"/>
    <p:sldId id="260" r:id="rId8"/>
    <p:sldId id="268" r:id="rId9"/>
    <p:sldId id="261" r:id="rId10"/>
    <p:sldId id="262" r:id="rId11"/>
    <p:sldId id="263" r:id="rId12"/>
    <p:sldId id="264" r:id="rId13"/>
    <p:sldId id="265" r:id="rId14"/>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106" d="100"/>
          <a:sy n="106" d="100"/>
        </p:scale>
        <p:origin x="792"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theme" Target="theme/theme1.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notesMaster" Target="notesMasters/notesMaster1.xml"/><Relationship Id="rId10" Type="http://schemas.openxmlformats.org/officeDocument/2006/relationships/slide" Target="slides/slide8.xml"/><Relationship Id="rId19"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630A811-0531-420F-B7AD-346A85BD00D6}" type="datetimeFigureOut">
              <a:rPr lang="en-GB" smtClean="0"/>
              <a:t>05/05/2026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1620253-514F-481D-B797-51BA1035ED2B}" type="slidenum">
              <a:rPr lang="en-GB" smtClean="0"/>
              <a:t>‹#›</a:t>
            </a:fld>
            <a:endParaRPr lang="en-GB"/>
          </a:p>
        </p:txBody>
      </p:sp>
    </p:spTree>
    <p:extLst>
      <p:ext uri="{BB962C8B-B14F-4D97-AF65-F5344CB8AC3E}">
        <p14:creationId xmlns:p14="http://schemas.microsoft.com/office/powerpoint/2010/main" val="161004117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A couple sentences explaining Quantum Computing is an exciting emerging field and why we want them. Then talk about the current limitations (NISQ). Simulation is good for testing circuits </a:t>
            </a:r>
            <a:r>
              <a:rPr lang="en-GB" dirty="0" err="1"/>
              <a:t>blabla</a:t>
            </a:r>
            <a:r>
              <a:rPr lang="en-GB" dirty="0"/>
              <a:t>.</a:t>
            </a:r>
          </a:p>
        </p:txBody>
      </p:sp>
      <p:sp>
        <p:nvSpPr>
          <p:cNvPr id="4" name="Slide Number Placeholder 3"/>
          <p:cNvSpPr>
            <a:spLocks noGrp="1"/>
          </p:cNvSpPr>
          <p:nvPr>
            <p:ph type="sldNum" sz="quarter" idx="5"/>
          </p:nvPr>
        </p:nvSpPr>
        <p:spPr/>
        <p:txBody>
          <a:bodyPr/>
          <a:lstStyle/>
          <a:p>
            <a:fld id="{C1620253-514F-481D-B797-51BA1035ED2B}" type="slidenum">
              <a:rPr lang="en-GB" smtClean="0"/>
              <a:t>2</a:t>
            </a:fld>
            <a:endParaRPr lang="en-GB"/>
          </a:p>
        </p:txBody>
      </p:sp>
    </p:spTree>
    <p:extLst>
      <p:ext uri="{BB962C8B-B14F-4D97-AF65-F5344CB8AC3E}">
        <p14:creationId xmlns:p14="http://schemas.microsoft.com/office/powerpoint/2010/main" val="138971181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BB0B0A-C47B-1F7F-43D3-1265315F5D2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013ABB-155B-9888-1E53-F3F6B51607D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E6D59E4-0D5B-7E04-01CE-5504CFA01E94}"/>
              </a:ext>
            </a:extLst>
          </p:cNvPr>
          <p:cNvSpPr>
            <a:spLocks noGrp="1"/>
          </p:cNvSpPr>
          <p:nvPr>
            <p:ph type="body" idx="1"/>
          </p:nvPr>
        </p:nvSpPr>
        <p:spPr/>
        <p:txBody>
          <a:bodyPr/>
          <a:lstStyle/>
          <a:p>
            <a:r>
              <a:rPr lang="en-GB" dirty="0"/>
              <a:t>A couple sentences explaining Quantum Computing is an exciting emerging field and why we want them. Then talk about the current limitations (NISQ). Simulation is good for testing circuits </a:t>
            </a:r>
            <a:r>
              <a:rPr lang="en-GB" dirty="0" err="1"/>
              <a:t>blabla</a:t>
            </a:r>
            <a:r>
              <a:rPr lang="en-GB" dirty="0"/>
              <a:t>.</a:t>
            </a:r>
          </a:p>
        </p:txBody>
      </p:sp>
      <p:sp>
        <p:nvSpPr>
          <p:cNvPr id="4" name="Slide Number Placeholder 3">
            <a:extLst>
              <a:ext uri="{FF2B5EF4-FFF2-40B4-BE49-F238E27FC236}">
                <a16:creationId xmlns:a16="http://schemas.microsoft.com/office/drawing/2014/main" id="{FEF09D30-23EF-D99C-A909-4CEE94E6443B}"/>
              </a:ext>
            </a:extLst>
          </p:cNvPr>
          <p:cNvSpPr>
            <a:spLocks noGrp="1"/>
          </p:cNvSpPr>
          <p:nvPr>
            <p:ph type="sldNum" sz="quarter" idx="5"/>
          </p:nvPr>
        </p:nvSpPr>
        <p:spPr/>
        <p:txBody>
          <a:bodyPr/>
          <a:lstStyle/>
          <a:p>
            <a:fld id="{C1620253-514F-481D-B797-51BA1035ED2B}" type="slidenum">
              <a:rPr lang="en-GB" smtClean="0"/>
              <a:t>3</a:t>
            </a:fld>
            <a:endParaRPr lang="en-GB"/>
          </a:p>
        </p:txBody>
      </p:sp>
    </p:spTree>
    <p:extLst>
      <p:ext uri="{BB962C8B-B14F-4D97-AF65-F5344CB8AC3E}">
        <p14:creationId xmlns:p14="http://schemas.microsoft.com/office/powerpoint/2010/main" val="95630672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CF812A-4B9E-820E-4C8A-D02FAC69C8A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B7076F1-A8E4-5891-997D-14D45977651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724C07B-AA23-2D11-524C-D3970E6C2AE6}"/>
              </a:ext>
            </a:extLst>
          </p:cNvPr>
          <p:cNvSpPr>
            <a:spLocks noGrp="1"/>
          </p:cNvSpPr>
          <p:nvPr>
            <p:ph type="body" idx="1"/>
          </p:nvPr>
        </p:nvSpPr>
        <p:spPr/>
        <p:txBody>
          <a:bodyPr/>
          <a:lstStyle/>
          <a:p>
            <a:r>
              <a:rPr lang="en-GB" dirty="0"/>
              <a:t>A couple sentences explaining Quantum Computing is an exciting emerging field and why we want them. Then talk about the current limitations (NISQ). Simulation is good for testing circuits </a:t>
            </a:r>
            <a:r>
              <a:rPr lang="en-GB" dirty="0" err="1"/>
              <a:t>blabla</a:t>
            </a:r>
            <a:r>
              <a:rPr lang="en-GB" dirty="0"/>
              <a:t>.</a:t>
            </a:r>
          </a:p>
        </p:txBody>
      </p:sp>
      <p:sp>
        <p:nvSpPr>
          <p:cNvPr id="4" name="Slide Number Placeholder 3">
            <a:extLst>
              <a:ext uri="{FF2B5EF4-FFF2-40B4-BE49-F238E27FC236}">
                <a16:creationId xmlns:a16="http://schemas.microsoft.com/office/drawing/2014/main" id="{7C700E8A-4F28-5D86-B148-4D5FDFC24376}"/>
              </a:ext>
            </a:extLst>
          </p:cNvPr>
          <p:cNvSpPr>
            <a:spLocks noGrp="1"/>
          </p:cNvSpPr>
          <p:nvPr>
            <p:ph type="sldNum" sz="quarter" idx="5"/>
          </p:nvPr>
        </p:nvSpPr>
        <p:spPr/>
        <p:txBody>
          <a:bodyPr/>
          <a:lstStyle/>
          <a:p>
            <a:fld id="{C1620253-514F-481D-B797-51BA1035ED2B}" type="slidenum">
              <a:rPr lang="en-GB" smtClean="0"/>
              <a:t>5</a:t>
            </a:fld>
            <a:endParaRPr lang="en-GB"/>
          </a:p>
        </p:txBody>
      </p:sp>
    </p:spTree>
    <p:extLst>
      <p:ext uri="{BB962C8B-B14F-4D97-AF65-F5344CB8AC3E}">
        <p14:creationId xmlns:p14="http://schemas.microsoft.com/office/powerpoint/2010/main" val="37111912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E6BC1B-AF41-085B-BB2A-E23B2AB33E6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CE3F7AC-6364-D624-DCB6-FC76DAB5B35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2BAA32E-2A8F-4757-E361-9D9553595950}"/>
              </a:ext>
            </a:extLst>
          </p:cNvPr>
          <p:cNvSpPr>
            <a:spLocks noGrp="1"/>
          </p:cNvSpPr>
          <p:nvPr>
            <p:ph type="body" idx="1"/>
          </p:nvPr>
        </p:nvSpPr>
        <p:spPr/>
        <p:txBody>
          <a:bodyPr/>
          <a:lstStyle/>
          <a:p>
            <a:r>
              <a:rPr lang="en-GB" dirty="0"/>
              <a:t>A couple sentences explaining Quantum Computing is an exciting emerging field and why we want them. Then talk about the current limitations (NISQ). Simulation is good for testing circuits </a:t>
            </a:r>
            <a:r>
              <a:rPr lang="en-GB" dirty="0" err="1"/>
              <a:t>blabla</a:t>
            </a:r>
            <a:r>
              <a:rPr lang="en-GB" dirty="0"/>
              <a:t>.</a:t>
            </a:r>
          </a:p>
        </p:txBody>
      </p:sp>
      <p:sp>
        <p:nvSpPr>
          <p:cNvPr id="4" name="Slide Number Placeholder 3">
            <a:extLst>
              <a:ext uri="{FF2B5EF4-FFF2-40B4-BE49-F238E27FC236}">
                <a16:creationId xmlns:a16="http://schemas.microsoft.com/office/drawing/2014/main" id="{B025FDE1-158D-C27F-9400-EF65A26C47E6}"/>
              </a:ext>
            </a:extLst>
          </p:cNvPr>
          <p:cNvSpPr>
            <a:spLocks noGrp="1"/>
          </p:cNvSpPr>
          <p:nvPr>
            <p:ph type="sldNum" sz="quarter" idx="5"/>
          </p:nvPr>
        </p:nvSpPr>
        <p:spPr/>
        <p:txBody>
          <a:bodyPr/>
          <a:lstStyle/>
          <a:p>
            <a:fld id="{C1620253-514F-481D-B797-51BA1035ED2B}" type="slidenum">
              <a:rPr lang="en-GB" smtClean="0"/>
              <a:t>7</a:t>
            </a:fld>
            <a:endParaRPr lang="en-GB"/>
          </a:p>
        </p:txBody>
      </p:sp>
    </p:spTree>
    <p:extLst>
      <p:ext uri="{BB962C8B-B14F-4D97-AF65-F5344CB8AC3E}">
        <p14:creationId xmlns:p14="http://schemas.microsoft.com/office/powerpoint/2010/main" val="49851781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C1620253-514F-481D-B797-51BA1035ED2B}" type="slidenum">
              <a:rPr lang="en-GB" smtClean="0"/>
              <a:t>12</a:t>
            </a:fld>
            <a:endParaRPr lang="en-GB"/>
          </a:p>
        </p:txBody>
      </p:sp>
    </p:spTree>
    <p:extLst>
      <p:ext uri="{BB962C8B-B14F-4D97-AF65-F5344CB8AC3E}">
        <p14:creationId xmlns:p14="http://schemas.microsoft.com/office/powerpoint/2010/main" val="38491058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hyperlink" Target="https://bit.ly/3A1uf1Q" TargetMode="External"/><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hyperlink" Target="http://bit.ly/2TtBDfr" TargetMode="External"/><Relationship Id="rId4" Type="http://schemas.openxmlformats.org/officeDocument/2006/relationships/hyperlink" Target="http://bit.ly/2TyoMsr" TargetMode="Externa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slide">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950967" y="2940500"/>
            <a:ext cx="7010400" cy="2152000"/>
          </a:xfrm>
          <a:prstGeom prst="rect">
            <a:avLst/>
          </a:prstGeom>
        </p:spPr>
        <p:txBody>
          <a:bodyPr spcFirstLastPara="1" wrap="square" lIns="91425" tIns="91425" rIns="91425" bIns="91425" anchor="b" anchorCtr="0">
            <a:noAutofit/>
          </a:bodyPr>
          <a:lstStyle>
            <a:lvl1pPr lvl="0">
              <a:spcBef>
                <a:spcPts val="0"/>
              </a:spcBef>
              <a:spcAft>
                <a:spcPts val="0"/>
              </a:spcAft>
              <a:buClr>
                <a:srgbClr val="191919"/>
              </a:buClr>
              <a:buSzPts val="5200"/>
              <a:buNone/>
              <a:defRPr sz="6400">
                <a:solidFill>
                  <a:srgbClr val="241160"/>
                </a:solidFill>
              </a:defRPr>
            </a:lvl1pPr>
            <a:lvl2pPr lvl="1" algn="ctr">
              <a:spcBef>
                <a:spcPts val="0"/>
              </a:spcBef>
              <a:spcAft>
                <a:spcPts val="0"/>
              </a:spcAft>
              <a:buClr>
                <a:srgbClr val="191919"/>
              </a:buClr>
              <a:buSzPts val="5200"/>
              <a:buNone/>
              <a:defRPr sz="6933">
                <a:solidFill>
                  <a:srgbClr val="191919"/>
                </a:solidFill>
              </a:defRPr>
            </a:lvl2pPr>
            <a:lvl3pPr lvl="2" algn="ctr">
              <a:spcBef>
                <a:spcPts val="0"/>
              </a:spcBef>
              <a:spcAft>
                <a:spcPts val="0"/>
              </a:spcAft>
              <a:buClr>
                <a:srgbClr val="191919"/>
              </a:buClr>
              <a:buSzPts val="5200"/>
              <a:buNone/>
              <a:defRPr sz="6933">
                <a:solidFill>
                  <a:srgbClr val="191919"/>
                </a:solidFill>
              </a:defRPr>
            </a:lvl3pPr>
            <a:lvl4pPr lvl="3" algn="ctr">
              <a:spcBef>
                <a:spcPts val="0"/>
              </a:spcBef>
              <a:spcAft>
                <a:spcPts val="0"/>
              </a:spcAft>
              <a:buClr>
                <a:srgbClr val="191919"/>
              </a:buClr>
              <a:buSzPts val="5200"/>
              <a:buNone/>
              <a:defRPr sz="6933">
                <a:solidFill>
                  <a:srgbClr val="191919"/>
                </a:solidFill>
              </a:defRPr>
            </a:lvl4pPr>
            <a:lvl5pPr lvl="4" algn="ctr">
              <a:spcBef>
                <a:spcPts val="0"/>
              </a:spcBef>
              <a:spcAft>
                <a:spcPts val="0"/>
              </a:spcAft>
              <a:buClr>
                <a:srgbClr val="191919"/>
              </a:buClr>
              <a:buSzPts val="5200"/>
              <a:buNone/>
              <a:defRPr sz="6933">
                <a:solidFill>
                  <a:srgbClr val="191919"/>
                </a:solidFill>
              </a:defRPr>
            </a:lvl5pPr>
            <a:lvl6pPr lvl="5" algn="ctr">
              <a:spcBef>
                <a:spcPts val="0"/>
              </a:spcBef>
              <a:spcAft>
                <a:spcPts val="0"/>
              </a:spcAft>
              <a:buClr>
                <a:srgbClr val="191919"/>
              </a:buClr>
              <a:buSzPts val="5200"/>
              <a:buNone/>
              <a:defRPr sz="6933">
                <a:solidFill>
                  <a:srgbClr val="191919"/>
                </a:solidFill>
              </a:defRPr>
            </a:lvl6pPr>
            <a:lvl7pPr lvl="6" algn="ctr">
              <a:spcBef>
                <a:spcPts val="0"/>
              </a:spcBef>
              <a:spcAft>
                <a:spcPts val="0"/>
              </a:spcAft>
              <a:buClr>
                <a:srgbClr val="191919"/>
              </a:buClr>
              <a:buSzPts val="5200"/>
              <a:buNone/>
              <a:defRPr sz="6933">
                <a:solidFill>
                  <a:srgbClr val="191919"/>
                </a:solidFill>
              </a:defRPr>
            </a:lvl7pPr>
            <a:lvl8pPr lvl="7" algn="ctr">
              <a:spcBef>
                <a:spcPts val="0"/>
              </a:spcBef>
              <a:spcAft>
                <a:spcPts val="0"/>
              </a:spcAft>
              <a:buClr>
                <a:srgbClr val="191919"/>
              </a:buClr>
              <a:buSzPts val="5200"/>
              <a:buNone/>
              <a:defRPr sz="6933">
                <a:solidFill>
                  <a:srgbClr val="191919"/>
                </a:solidFill>
              </a:defRPr>
            </a:lvl8pPr>
            <a:lvl9pPr lvl="8" algn="ctr">
              <a:spcBef>
                <a:spcPts val="0"/>
              </a:spcBef>
              <a:spcAft>
                <a:spcPts val="0"/>
              </a:spcAft>
              <a:buClr>
                <a:srgbClr val="191919"/>
              </a:buClr>
              <a:buSzPts val="5200"/>
              <a:buNone/>
              <a:defRPr sz="6933">
                <a:solidFill>
                  <a:srgbClr val="191919"/>
                </a:solidFill>
              </a:defRPr>
            </a:lvl9pPr>
          </a:lstStyle>
          <a:p>
            <a:r>
              <a:rPr lang="en-US"/>
              <a:t>Click to edit Master title style</a:t>
            </a:r>
            <a:endParaRPr/>
          </a:p>
        </p:txBody>
      </p:sp>
      <p:sp>
        <p:nvSpPr>
          <p:cNvPr id="10" name="Google Shape;10;p2"/>
          <p:cNvSpPr txBox="1">
            <a:spLocks noGrp="1"/>
          </p:cNvSpPr>
          <p:nvPr>
            <p:ph type="subTitle" idx="1"/>
          </p:nvPr>
        </p:nvSpPr>
        <p:spPr>
          <a:xfrm>
            <a:off x="950967" y="5180867"/>
            <a:ext cx="4920800" cy="624800"/>
          </a:xfrm>
          <a:prstGeom prst="rect">
            <a:avLst/>
          </a:prstGeom>
          <a:solidFill>
            <a:schemeClr val="dk2"/>
          </a:solidFill>
        </p:spPr>
        <p:txBody>
          <a:bodyPr spcFirstLastPara="1" wrap="square" lIns="91425" tIns="91425" rIns="91425" bIns="91425" anchor="t" anchorCtr="0">
            <a:noAutofit/>
          </a:bodyPr>
          <a:lstStyle>
            <a:lvl1pPr lvl="0">
              <a:lnSpc>
                <a:spcPct val="100000"/>
              </a:lnSpc>
              <a:spcBef>
                <a:spcPts val="0"/>
              </a:spcBef>
              <a:spcAft>
                <a:spcPts val="0"/>
              </a:spcAft>
              <a:buSzPts val="1200"/>
              <a:buNone/>
              <a:defRPr sz="2133">
                <a:solidFill>
                  <a:schemeClr val="dk1"/>
                </a:solidFill>
              </a:defRPr>
            </a:lvl1pPr>
            <a:lvl2pPr lvl="1" algn="ctr">
              <a:lnSpc>
                <a:spcPct val="100000"/>
              </a:lnSpc>
              <a:spcBef>
                <a:spcPts val="0"/>
              </a:spcBef>
              <a:spcAft>
                <a:spcPts val="0"/>
              </a:spcAft>
              <a:buSzPts val="1800"/>
              <a:buNone/>
              <a:defRPr sz="2400"/>
            </a:lvl2pPr>
            <a:lvl3pPr lvl="2" algn="ctr">
              <a:lnSpc>
                <a:spcPct val="100000"/>
              </a:lnSpc>
              <a:spcBef>
                <a:spcPts val="0"/>
              </a:spcBef>
              <a:spcAft>
                <a:spcPts val="0"/>
              </a:spcAft>
              <a:buSzPts val="1800"/>
              <a:buNone/>
              <a:defRPr sz="2400"/>
            </a:lvl3pPr>
            <a:lvl4pPr lvl="3" algn="ctr">
              <a:lnSpc>
                <a:spcPct val="100000"/>
              </a:lnSpc>
              <a:spcBef>
                <a:spcPts val="0"/>
              </a:spcBef>
              <a:spcAft>
                <a:spcPts val="0"/>
              </a:spcAft>
              <a:buSzPts val="1800"/>
              <a:buNone/>
              <a:defRPr sz="2400"/>
            </a:lvl4pPr>
            <a:lvl5pPr lvl="4" algn="ctr">
              <a:lnSpc>
                <a:spcPct val="100000"/>
              </a:lnSpc>
              <a:spcBef>
                <a:spcPts val="0"/>
              </a:spcBef>
              <a:spcAft>
                <a:spcPts val="0"/>
              </a:spcAft>
              <a:buSzPts val="1800"/>
              <a:buNone/>
              <a:defRPr sz="2400"/>
            </a:lvl5pPr>
            <a:lvl6pPr lvl="5" algn="ctr">
              <a:lnSpc>
                <a:spcPct val="100000"/>
              </a:lnSpc>
              <a:spcBef>
                <a:spcPts val="0"/>
              </a:spcBef>
              <a:spcAft>
                <a:spcPts val="0"/>
              </a:spcAft>
              <a:buSzPts val="1800"/>
              <a:buNone/>
              <a:defRPr sz="2400"/>
            </a:lvl6pPr>
            <a:lvl7pPr lvl="6" algn="ctr">
              <a:lnSpc>
                <a:spcPct val="100000"/>
              </a:lnSpc>
              <a:spcBef>
                <a:spcPts val="0"/>
              </a:spcBef>
              <a:spcAft>
                <a:spcPts val="0"/>
              </a:spcAft>
              <a:buSzPts val="1800"/>
              <a:buNone/>
              <a:defRPr sz="2400"/>
            </a:lvl7pPr>
            <a:lvl8pPr lvl="7" algn="ctr">
              <a:lnSpc>
                <a:spcPct val="100000"/>
              </a:lnSpc>
              <a:spcBef>
                <a:spcPts val="0"/>
              </a:spcBef>
              <a:spcAft>
                <a:spcPts val="0"/>
              </a:spcAft>
              <a:buSzPts val="1800"/>
              <a:buNone/>
              <a:defRPr sz="2400"/>
            </a:lvl8pPr>
            <a:lvl9pPr lvl="8" algn="ctr">
              <a:lnSpc>
                <a:spcPct val="100000"/>
              </a:lnSpc>
              <a:spcBef>
                <a:spcPts val="0"/>
              </a:spcBef>
              <a:spcAft>
                <a:spcPts val="0"/>
              </a:spcAft>
              <a:buSzPts val="1800"/>
              <a:buNone/>
              <a:defRPr sz="2400"/>
            </a:lvl9pPr>
          </a:lstStyle>
          <a:p>
            <a:r>
              <a:rPr lang="en-US"/>
              <a:t>Click to edit Master subtitle style</a:t>
            </a:r>
            <a:endParaRPr/>
          </a:p>
        </p:txBody>
      </p:sp>
      <p:pic>
        <p:nvPicPr>
          <p:cNvPr id="11" name="Google Shape;11;p2"/>
          <p:cNvPicPr preferRelativeResize="0"/>
          <p:nvPr/>
        </p:nvPicPr>
        <p:blipFill>
          <a:blip r:embed="rId2">
            <a:alphaModFix/>
          </a:blip>
          <a:stretch>
            <a:fillRect/>
          </a:stretch>
        </p:blipFill>
        <p:spPr>
          <a:xfrm rot="10800000" flipH="1">
            <a:off x="1" y="1"/>
            <a:ext cx="6303735" cy="3009167"/>
          </a:xfrm>
          <a:prstGeom prst="rect">
            <a:avLst/>
          </a:prstGeom>
          <a:noFill/>
          <a:ln>
            <a:noFill/>
          </a:ln>
        </p:spPr>
      </p:pic>
    </p:spTree>
    <p:extLst>
      <p:ext uri="{BB962C8B-B14F-4D97-AF65-F5344CB8AC3E}">
        <p14:creationId xmlns:p14="http://schemas.microsoft.com/office/powerpoint/2010/main" val="31660600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 header">
    <p:spTree>
      <p:nvGrpSpPr>
        <p:cNvPr id="1" name="Shape 12"/>
        <p:cNvGrpSpPr/>
        <p:nvPr/>
      </p:nvGrpSpPr>
      <p:grpSpPr>
        <a:xfrm>
          <a:off x="0" y="0"/>
          <a:ext cx="0" cy="0"/>
          <a:chOff x="0" y="0"/>
          <a:chExt cx="0" cy="0"/>
        </a:xfrm>
      </p:grpSpPr>
      <p:sp>
        <p:nvSpPr>
          <p:cNvPr id="13" name="Google Shape;13;p3"/>
          <p:cNvSpPr txBox="1">
            <a:spLocks noGrp="1"/>
          </p:cNvSpPr>
          <p:nvPr>
            <p:ph type="title"/>
          </p:nvPr>
        </p:nvSpPr>
        <p:spPr>
          <a:xfrm>
            <a:off x="5396233" y="3184667"/>
            <a:ext cx="5844800" cy="2168800"/>
          </a:xfrm>
          <a:prstGeom prst="rect">
            <a:avLst/>
          </a:prstGeom>
        </p:spPr>
        <p:txBody>
          <a:bodyPr spcFirstLastPara="1" wrap="square" lIns="91425" tIns="91425" rIns="91425" bIns="91425" anchor="t" anchorCtr="0">
            <a:noAutofit/>
          </a:bodyPr>
          <a:lstStyle>
            <a:lvl1pPr lvl="0">
              <a:spcBef>
                <a:spcPts val="0"/>
              </a:spcBef>
              <a:spcAft>
                <a:spcPts val="0"/>
              </a:spcAft>
              <a:buSzPts val="3600"/>
              <a:buNone/>
              <a:defRPr sz="6400"/>
            </a:lvl1pPr>
            <a:lvl2pPr lvl="1" algn="ctr">
              <a:spcBef>
                <a:spcPts val="0"/>
              </a:spcBef>
              <a:spcAft>
                <a:spcPts val="0"/>
              </a:spcAft>
              <a:buSzPts val="3600"/>
              <a:buNone/>
              <a:defRPr sz="4800"/>
            </a:lvl2pPr>
            <a:lvl3pPr lvl="2" algn="ctr">
              <a:spcBef>
                <a:spcPts val="0"/>
              </a:spcBef>
              <a:spcAft>
                <a:spcPts val="0"/>
              </a:spcAft>
              <a:buSzPts val="3600"/>
              <a:buNone/>
              <a:defRPr sz="4800"/>
            </a:lvl3pPr>
            <a:lvl4pPr lvl="3" algn="ctr">
              <a:spcBef>
                <a:spcPts val="0"/>
              </a:spcBef>
              <a:spcAft>
                <a:spcPts val="0"/>
              </a:spcAft>
              <a:buSzPts val="3600"/>
              <a:buNone/>
              <a:defRPr sz="4800"/>
            </a:lvl4pPr>
            <a:lvl5pPr lvl="4" algn="ctr">
              <a:spcBef>
                <a:spcPts val="0"/>
              </a:spcBef>
              <a:spcAft>
                <a:spcPts val="0"/>
              </a:spcAft>
              <a:buSzPts val="3600"/>
              <a:buNone/>
              <a:defRPr sz="4800"/>
            </a:lvl5pPr>
            <a:lvl6pPr lvl="5" algn="ctr">
              <a:spcBef>
                <a:spcPts val="0"/>
              </a:spcBef>
              <a:spcAft>
                <a:spcPts val="0"/>
              </a:spcAft>
              <a:buSzPts val="3600"/>
              <a:buNone/>
              <a:defRPr sz="4800"/>
            </a:lvl6pPr>
            <a:lvl7pPr lvl="6" algn="ctr">
              <a:spcBef>
                <a:spcPts val="0"/>
              </a:spcBef>
              <a:spcAft>
                <a:spcPts val="0"/>
              </a:spcAft>
              <a:buSzPts val="3600"/>
              <a:buNone/>
              <a:defRPr sz="4800"/>
            </a:lvl7pPr>
            <a:lvl8pPr lvl="7" algn="ctr">
              <a:spcBef>
                <a:spcPts val="0"/>
              </a:spcBef>
              <a:spcAft>
                <a:spcPts val="0"/>
              </a:spcAft>
              <a:buSzPts val="3600"/>
              <a:buNone/>
              <a:defRPr sz="4800"/>
            </a:lvl8pPr>
            <a:lvl9pPr lvl="8" algn="ctr">
              <a:spcBef>
                <a:spcPts val="0"/>
              </a:spcBef>
              <a:spcAft>
                <a:spcPts val="0"/>
              </a:spcAft>
              <a:buSzPts val="3600"/>
              <a:buNone/>
              <a:defRPr sz="4800"/>
            </a:lvl9pPr>
          </a:lstStyle>
          <a:p>
            <a:r>
              <a:rPr lang="en-US"/>
              <a:t>Click to edit Master title style</a:t>
            </a:r>
            <a:endParaRPr/>
          </a:p>
        </p:txBody>
      </p:sp>
      <p:sp>
        <p:nvSpPr>
          <p:cNvPr id="14" name="Google Shape;14;p3"/>
          <p:cNvSpPr txBox="1">
            <a:spLocks noGrp="1"/>
          </p:cNvSpPr>
          <p:nvPr>
            <p:ph type="title" idx="2" hasCustomPrompt="1"/>
          </p:nvPr>
        </p:nvSpPr>
        <p:spPr>
          <a:xfrm>
            <a:off x="5396233" y="1918333"/>
            <a:ext cx="1640400" cy="1175200"/>
          </a:xfrm>
          <a:prstGeom prst="rect">
            <a:avLst/>
          </a:prstGeom>
          <a:solidFill>
            <a:schemeClr val="dk2"/>
          </a:solidFill>
        </p:spPr>
        <p:txBody>
          <a:bodyPr spcFirstLastPara="1" wrap="square" lIns="91425" tIns="91425" rIns="91425" bIns="91425" anchor="ctr" anchorCtr="0">
            <a:noAutofit/>
          </a:bodyPr>
          <a:lstStyle>
            <a:lvl1pPr lvl="0" rtl="0">
              <a:spcBef>
                <a:spcPts val="0"/>
              </a:spcBef>
              <a:spcAft>
                <a:spcPts val="0"/>
              </a:spcAft>
              <a:buClr>
                <a:schemeClr val="lt1"/>
              </a:buClr>
              <a:buSzPts val="6000"/>
              <a:buNone/>
              <a:defRPr sz="8000"/>
            </a:lvl1pPr>
            <a:lvl2pPr lvl="1" algn="ctr" rtl="0">
              <a:spcBef>
                <a:spcPts val="0"/>
              </a:spcBef>
              <a:spcAft>
                <a:spcPts val="0"/>
              </a:spcAft>
              <a:buClr>
                <a:schemeClr val="lt1"/>
              </a:buClr>
              <a:buSzPts val="6000"/>
              <a:buNone/>
              <a:defRPr sz="8000">
                <a:solidFill>
                  <a:schemeClr val="lt1"/>
                </a:solidFill>
              </a:defRPr>
            </a:lvl2pPr>
            <a:lvl3pPr lvl="2" algn="ctr" rtl="0">
              <a:spcBef>
                <a:spcPts val="0"/>
              </a:spcBef>
              <a:spcAft>
                <a:spcPts val="0"/>
              </a:spcAft>
              <a:buClr>
                <a:schemeClr val="lt1"/>
              </a:buClr>
              <a:buSzPts val="6000"/>
              <a:buNone/>
              <a:defRPr sz="8000">
                <a:solidFill>
                  <a:schemeClr val="lt1"/>
                </a:solidFill>
              </a:defRPr>
            </a:lvl3pPr>
            <a:lvl4pPr lvl="3" algn="ctr" rtl="0">
              <a:spcBef>
                <a:spcPts val="0"/>
              </a:spcBef>
              <a:spcAft>
                <a:spcPts val="0"/>
              </a:spcAft>
              <a:buClr>
                <a:schemeClr val="lt1"/>
              </a:buClr>
              <a:buSzPts val="6000"/>
              <a:buNone/>
              <a:defRPr sz="8000">
                <a:solidFill>
                  <a:schemeClr val="lt1"/>
                </a:solidFill>
              </a:defRPr>
            </a:lvl4pPr>
            <a:lvl5pPr lvl="4" algn="ctr" rtl="0">
              <a:spcBef>
                <a:spcPts val="0"/>
              </a:spcBef>
              <a:spcAft>
                <a:spcPts val="0"/>
              </a:spcAft>
              <a:buClr>
                <a:schemeClr val="lt1"/>
              </a:buClr>
              <a:buSzPts val="6000"/>
              <a:buNone/>
              <a:defRPr sz="8000">
                <a:solidFill>
                  <a:schemeClr val="lt1"/>
                </a:solidFill>
              </a:defRPr>
            </a:lvl5pPr>
            <a:lvl6pPr lvl="5" algn="ctr" rtl="0">
              <a:spcBef>
                <a:spcPts val="0"/>
              </a:spcBef>
              <a:spcAft>
                <a:spcPts val="0"/>
              </a:spcAft>
              <a:buClr>
                <a:schemeClr val="lt1"/>
              </a:buClr>
              <a:buSzPts val="6000"/>
              <a:buNone/>
              <a:defRPr sz="8000">
                <a:solidFill>
                  <a:schemeClr val="lt1"/>
                </a:solidFill>
              </a:defRPr>
            </a:lvl6pPr>
            <a:lvl7pPr lvl="6" algn="ctr" rtl="0">
              <a:spcBef>
                <a:spcPts val="0"/>
              </a:spcBef>
              <a:spcAft>
                <a:spcPts val="0"/>
              </a:spcAft>
              <a:buClr>
                <a:schemeClr val="lt1"/>
              </a:buClr>
              <a:buSzPts val="6000"/>
              <a:buNone/>
              <a:defRPr sz="8000">
                <a:solidFill>
                  <a:schemeClr val="lt1"/>
                </a:solidFill>
              </a:defRPr>
            </a:lvl7pPr>
            <a:lvl8pPr lvl="7" algn="ctr" rtl="0">
              <a:spcBef>
                <a:spcPts val="0"/>
              </a:spcBef>
              <a:spcAft>
                <a:spcPts val="0"/>
              </a:spcAft>
              <a:buClr>
                <a:schemeClr val="lt1"/>
              </a:buClr>
              <a:buSzPts val="6000"/>
              <a:buNone/>
              <a:defRPr sz="8000">
                <a:solidFill>
                  <a:schemeClr val="lt1"/>
                </a:solidFill>
              </a:defRPr>
            </a:lvl8pPr>
            <a:lvl9pPr lvl="8" algn="ctr" rtl="0">
              <a:spcBef>
                <a:spcPts val="0"/>
              </a:spcBef>
              <a:spcAft>
                <a:spcPts val="0"/>
              </a:spcAft>
              <a:buClr>
                <a:schemeClr val="lt1"/>
              </a:buClr>
              <a:buSzPts val="6000"/>
              <a:buNone/>
              <a:defRPr sz="8000">
                <a:solidFill>
                  <a:schemeClr val="lt1"/>
                </a:solidFill>
              </a:defRPr>
            </a:lvl9pPr>
          </a:lstStyle>
          <a:p>
            <a:r>
              <a:t>xx%</a:t>
            </a:r>
          </a:p>
        </p:txBody>
      </p:sp>
      <p:pic>
        <p:nvPicPr>
          <p:cNvPr id="15" name="Google Shape;15;p3"/>
          <p:cNvPicPr preferRelativeResize="0"/>
          <p:nvPr/>
        </p:nvPicPr>
        <p:blipFill>
          <a:blip r:embed="rId2">
            <a:alphaModFix/>
          </a:blip>
          <a:stretch>
            <a:fillRect/>
          </a:stretch>
        </p:blipFill>
        <p:spPr>
          <a:xfrm flipH="1">
            <a:off x="5888267" y="3848834"/>
            <a:ext cx="6303735" cy="3009167"/>
          </a:xfrm>
          <a:prstGeom prst="rect">
            <a:avLst/>
          </a:prstGeom>
          <a:noFill/>
          <a:ln>
            <a:noFill/>
          </a:ln>
        </p:spPr>
      </p:pic>
    </p:spTree>
    <p:extLst>
      <p:ext uri="{BB962C8B-B14F-4D97-AF65-F5344CB8AC3E}">
        <p14:creationId xmlns:p14="http://schemas.microsoft.com/office/powerpoint/2010/main" val="34864338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16"/>
        <p:cNvGrpSpPr/>
        <p:nvPr/>
      </p:nvGrpSpPr>
      <p:grpSpPr>
        <a:xfrm>
          <a:off x="0" y="0"/>
          <a:ext cx="0" cy="0"/>
          <a:chOff x="0" y="0"/>
          <a:chExt cx="0" cy="0"/>
        </a:xfrm>
      </p:grpSpPr>
      <p:grpSp>
        <p:nvGrpSpPr>
          <p:cNvPr id="17" name="Google Shape;17;p4"/>
          <p:cNvGrpSpPr/>
          <p:nvPr/>
        </p:nvGrpSpPr>
        <p:grpSpPr>
          <a:xfrm>
            <a:off x="1" y="0"/>
            <a:ext cx="12192001" cy="6858000"/>
            <a:chOff x="0" y="0"/>
            <a:chExt cx="9144001" cy="5143500"/>
          </a:xfrm>
        </p:grpSpPr>
        <p:pic>
          <p:nvPicPr>
            <p:cNvPr id="18" name="Google Shape;18;p4"/>
            <p:cNvPicPr preferRelativeResize="0"/>
            <p:nvPr/>
          </p:nvPicPr>
          <p:blipFill>
            <a:blip r:embed="rId2">
              <a:alphaModFix/>
            </a:blip>
            <a:stretch>
              <a:fillRect/>
            </a:stretch>
          </p:blipFill>
          <p:spPr>
            <a:xfrm rot="10800000" flipH="1">
              <a:off x="0" y="2052950"/>
              <a:ext cx="4220500" cy="3090550"/>
            </a:xfrm>
            <a:prstGeom prst="rect">
              <a:avLst/>
            </a:prstGeom>
            <a:noFill/>
            <a:ln>
              <a:noFill/>
            </a:ln>
          </p:spPr>
        </p:pic>
        <p:pic>
          <p:nvPicPr>
            <p:cNvPr id="19" name="Google Shape;19;p4"/>
            <p:cNvPicPr preferRelativeResize="0"/>
            <p:nvPr/>
          </p:nvPicPr>
          <p:blipFill>
            <a:blip r:embed="rId3">
              <a:alphaModFix/>
            </a:blip>
            <a:stretch>
              <a:fillRect/>
            </a:stretch>
          </p:blipFill>
          <p:spPr>
            <a:xfrm rot="10800000" flipH="1">
              <a:off x="6764924" y="0"/>
              <a:ext cx="2379077" cy="3237334"/>
            </a:xfrm>
            <a:prstGeom prst="rect">
              <a:avLst/>
            </a:prstGeom>
            <a:noFill/>
            <a:ln>
              <a:noFill/>
            </a:ln>
          </p:spPr>
        </p:pic>
      </p:grpSp>
      <p:sp>
        <p:nvSpPr>
          <p:cNvPr id="20" name="Google Shape;20;p4"/>
          <p:cNvSpPr txBox="1">
            <a:spLocks noGrp="1"/>
          </p:cNvSpPr>
          <p:nvPr>
            <p:ph type="title"/>
          </p:nvPr>
        </p:nvSpPr>
        <p:spPr>
          <a:xfrm>
            <a:off x="960000" y="593367"/>
            <a:ext cx="10272000" cy="7636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r>
              <a:rPr lang="en-US"/>
              <a:t>Click to edit Master title style</a:t>
            </a:r>
            <a:endParaRPr/>
          </a:p>
        </p:txBody>
      </p:sp>
      <p:sp>
        <p:nvSpPr>
          <p:cNvPr id="21" name="Google Shape;21;p4"/>
          <p:cNvSpPr txBox="1">
            <a:spLocks noGrp="1"/>
          </p:cNvSpPr>
          <p:nvPr>
            <p:ph type="body" idx="1"/>
          </p:nvPr>
        </p:nvSpPr>
        <p:spPr>
          <a:xfrm>
            <a:off x="960000" y="1453639"/>
            <a:ext cx="10272000" cy="464800"/>
          </a:xfrm>
          <a:prstGeom prst="rect">
            <a:avLst/>
          </a:prstGeom>
        </p:spPr>
        <p:txBody>
          <a:bodyPr spcFirstLastPara="1" wrap="square" lIns="91425" tIns="91425" rIns="91425" bIns="91425" anchor="t" anchorCtr="0">
            <a:noAutofit/>
          </a:bodyPr>
          <a:lstStyle>
            <a:lvl1pPr marL="609585" lvl="0" indent="-406390" rtl="0">
              <a:lnSpc>
                <a:spcPct val="100000"/>
              </a:lnSpc>
              <a:spcBef>
                <a:spcPts val="0"/>
              </a:spcBef>
              <a:spcAft>
                <a:spcPts val="0"/>
              </a:spcAft>
              <a:buSzPts val="1200"/>
              <a:buFont typeface="Nunito Light"/>
              <a:buChar char="●"/>
              <a:defRPr/>
            </a:lvl1pPr>
            <a:lvl2pPr marL="1219170" lvl="1" indent="-406390" rtl="0">
              <a:lnSpc>
                <a:spcPct val="100000"/>
              </a:lnSpc>
              <a:spcBef>
                <a:spcPts val="0"/>
              </a:spcBef>
              <a:spcAft>
                <a:spcPts val="0"/>
              </a:spcAft>
              <a:buSzPts val="1200"/>
              <a:buFont typeface="Nunito Light"/>
              <a:buChar char="○"/>
              <a:defRPr/>
            </a:lvl2pPr>
            <a:lvl3pPr marL="1828754" lvl="2" indent="-406390" rtl="0">
              <a:lnSpc>
                <a:spcPct val="100000"/>
              </a:lnSpc>
              <a:spcBef>
                <a:spcPts val="0"/>
              </a:spcBef>
              <a:spcAft>
                <a:spcPts val="0"/>
              </a:spcAft>
              <a:buSzPts val="1200"/>
              <a:buFont typeface="Nunito Light"/>
              <a:buChar char="■"/>
              <a:defRPr/>
            </a:lvl3pPr>
            <a:lvl4pPr marL="2438339" lvl="3" indent="-406390" rtl="0">
              <a:lnSpc>
                <a:spcPct val="100000"/>
              </a:lnSpc>
              <a:spcBef>
                <a:spcPts val="0"/>
              </a:spcBef>
              <a:spcAft>
                <a:spcPts val="0"/>
              </a:spcAft>
              <a:buSzPts val="1200"/>
              <a:buFont typeface="Nunito Light"/>
              <a:buChar char="●"/>
              <a:defRPr/>
            </a:lvl4pPr>
            <a:lvl5pPr marL="3047924" lvl="4" indent="-406390" rtl="0">
              <a:lnSpc>
                <a:spcPct val="100000"/>
              </a:lnSpc>
              <a:spcBef>
                <a:spcPts val="0"/>
              </a:spcBef>
              <a:spcAft>
                <a:spcPts val="0"/>
              </a:spcAft>
              <a:buSzPts val="1200"/>
              <a:buFont typeface="Nunito Light"/>
              <a:buChar char="○"/>
              <a:defRPr/>
            </a:lvl5pPr>
            <a:lvl6pPr marL="3657509" lvl="5" indent="-406390" rtl="0">
              <a:lnSpc>
                <a:spcPct val="100000"/>
              </a:lnSpc>
              <a:spcBef>
                <a:spcPts val="0"/>
              </a:spcBef>
              <a:spcAft>
                <a:spcPts val="0"/>
              </a:spcAft>
              <a:buSzPts val="1200"/>
              <a:buFont typeface="Nunito Light"/>
              <a:buChar char="■"/>
              <a:defRPr/>
            </a:lvl6pPr>
            <a:lvl7pPr marL="4267093" lvl="6" indent="-406390" rtl="0">
              <a:lnSpc>
                <a:spcPct val="100000"/>
              </a:lnSpc>
              <a:spcBef>
                <a:spcPts val="0"/>
              </a:spcBef>
              <a:spcAft>
                <a:spcPts val="0"/>
              </a:spcAft>
              <a:buSzPts val="1200"/>
              <a:buFont typeface="Nunito Light"/>
              <a:buChar char="●"/>
              <a:defRPr/>
            </a:lvl7pPr>
            <a:lvl8pPr marL="4876678" lvl="7" indent="-406390" rtl="0">
              <a:lnSpc>
                <a:spcPct val="100000"/>
              </a:lnSpc>
              <a:spcBef>
                <a:spcPts val="0"/>
              </a:spcBef>
              <a:spcAft>
                <a:spcPts val="0"/>
              </a:spcAft>
              <a:buSzPts val="1200"/>
              <a:buFont typeface="Nunito Light"/>
              <a:buChar char="○"/>
              <a:defRPr/>
            </a:lvl8pPr>
            <a:lvl9pPr marL="5486263" lvl="8" indent="-406390" rtl="0">
              <a:lnSpc>
                <a:spcPct val="100000"/>
              </a:lnSpc>
              <a:spcBef>
                <a:spcPts val="0"/>
              </a:spcBef>
              <a:spcAft>
                <a:spcPts val="0"/>
              </a:spcAft>
              <a:buSzPts val="1200"/>
              <a:buFont typeface="Nunito Light"/>
              <a:buChar char="■"/>
              <a:defRPr/>
            </a:lvl9pPr>
          </a:lstStyle>
          <a:p>
            <a:pPr lvl="0"/>
            <a:r>
              <a:rPr lang="en-US"/>
              <a:t>Click to edit Master text styles</a:t>
            </a:r>
          </a:p>
        </p:txBody>
      </p:sp>
      <p:grpSp>
        <p:nvGrpSpPr>
          <p:cNvPr id="22" name="Google Shape;22;p4"/>
          <p:cNvGrpSpPr/>
          <p:nvPr/>
        </p:nvGrpSpPr>
        <p:grpSpPr>
          <a:xfrm rot="10800000">
            <a:off x="8938969" y="5082263"/>
            <a:ext cx="6098767" cy="4639133"/>
            <a:chOff x="1522650" y="1117750"/>
            <a:chExt cx="4574075" cy="3479350"/>
          </a:xfrm>
        </p:grpSpPr>
        <p:sp>
          <p:nvSpPr>
            <p:cNvPr id="23" name="Google Shape;23;p4"/>
            <p:cNvSpPr/>
            <p:nvPr/>
          </p:nvSpPr>
          <p:spPr>
            <a:xfrm>
              <a:off x="2305900" y="1117750"/>
              <a:ext cx="3790825" cy="3217100"/>
            </a:xfrm>
            <a:custGeom>
              <a:avLst/>
              <a:gdLst/>
              <a:ahLst/>
              <a:cxnLst/>
              <a:rect l="l" t="t" r="r" b="b"/>
              <a:pathLst>
                <a:path w="151633" h="128684" extrusionOk="0">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4" name="Google Shape;24;p4"/>
            <p:cNvSpPr/>
            <p:nvPr/>
          </p:nvSpPr>
          <p:spPr>
            <a:xfrm>
              <a:off x="1522650" y="3538750"/>
              <a:ext cx="2417375" cy="1058350"/>
            </a:xfrm>
            <a:custGeom>
              <a:avLst/>
              <a:gdLst/>
              <a:ahLst/>
              <a:cxnLst/>
              <a:rect l="l" t="t" r="r" b="b"/>
              <a:pathLst>
                <a:path w="96695" h="42334" extrusionOk="0">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Tree>
    <p:extLst>
      <p:ext uri="{BB962C8B-B14F-4D97-AF65-F5344CB8AC3E}">
        <p14:creationId xmlns:p14="http://schemas.microsoft.com/office/powerpoint/2010/main" val="18202675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 and two columns">
    <p:spTree>
      <p:nvGrpSpPr>
        <p:cNvPr id="1" name="Shape 25"/>
        <p:cNvGrpSpPr/>
        <p:nvPr/>
      </p:nvGrpSpPr>
      <p:grpSpPr>
        <a:xfrm>
          <a:off x="0" y="0"/>
          <a:ext cx="0" cy="0"/>
          <a:chOff x="0" y="0"/>
          <a:chExt cx="0" cy="0"/>
        </a:xfrm>
      </p:grpSpPr>
      <p:sp>
        <p:nvSpPr>
          <p:cNvPr id="26" name="Google Shape;26;p5"/>
          <p:cNvSpPr txBox="1">
            <a:spLocks noGrp="1"/>
          </p:cNvSpPr>
          <p:nvPr>
            <p:ph type="title"/>
          </p:nvPr>
        </p:nvSpPr>
        <p:spPr>
          <a:xfrm>
            <a:off x="960000" y="593367"/>
            <a:ext cx="10272000" cy="7636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r>
              <a:rPr lang="en-US"/>
              <a:t>Click to edit Master title style</a:t>
            </a:r>
            <a:endParaRPr/>
          </a:p>
        </p:txBody>
      </p:sp>
      <p:sp>
        <p:nvSpPr>
          <p:cNvPr id="27" name="Google Shape;27;p5"/>
          <p:cNvSpPr txBox="1">
            <a:spLocks noGrp="1"/>
          </p:cNvSpPr>
          <p:nvPr>
            <p:ph type="subTitle" idx="1"/>
          </p:nvPr>
        </p:nvSpPr>
        <p:spPr>
          <a:xfrm>
            <a:off x="6548852" y="3573099"/>
            <a:ext cx="3232400" cy="2035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r>
              <a:rPr lang="en-US"/>
              <a:t>Click to edit Master subtitle style</a:t>
            </a:r>
            <a:endParaRPr/>
          </a:p>
        </p:txBody>
      </p:sp>
      <p:sp>
        <p:nvSpPr>
          <p:cNvPr id="28" name="Google Shape;28;p5"/>
          <p:cNvSpPr txBox="1">
            <a:spLocks noGrp="1"/>
          </p:cNvSpPr>
          <p:nvPr>
            <p:ph type="subTitle" idx="2"/>
          </p:nvPr>
        </p:nvSpPr>
        <p:spPr>
          <a:xfrm>
            <a:off x="2410733" y="3573099"/>
            <a:ext cx="3232400" cy="2035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r>
              <a:rPr lang="en-US"/>
              <a:t>Click to edit Master subtitle style</a:t>
            </a:r>
            <a:endParaRPr/>
          </a:p>
        </p:txBody>
      </p:sp>
      <p:sp>
        <p:nvSpPr>
          <p:cNvPr id="29" name="Google Shape;29;p5"/>
          <p:cNvSpPr txBox="1">
            <a:spLocks noGrp="1"/>
          </p:cNvSpPr>
          <p:nvPr>
            <p:ph type="subTitle" idx="3"/>
          </p:nvPr>
        </p:nvSpPr>
        <p:spPr>
          <a:xfrm>
            <a:off x="2410733" y="2992289"/>
            <a:ext cx="3232400" cy="5996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2400">
                <a:solidFill>
                  <a:schemeClr val="dk1"/>
                </a:solidFill>
                <a:latin typeface="Space Grotesk Medium"/>
                <a:ea typeface="Space Grotesk Medium"/>
                <a:cs typeface="Space Grotesk Medium"/>
                <a:sym typeface="Space Grotesk Medium"/>
              </a:defRPr>
            </a:lvl1pPr>
            <a:lvl2pPr lvl="1" algn="ctr" rtl="0">
              <a:lnSpc>
                <a:spcPct val="100000"/>
              </a:lnSpc>
              <a:spcBef>
                <a:spcPts val="0"/>
              </a:spcBef>
              <a:spcAft>
                <a:spcPts val="0"/>
              </a:spcAft>
              <a:buSzPts val="2400"/>
              <a:buFont typeface="Raleway"/>
              <a:buNone/>
              <a:defRPr sz="3200" b="1">
                <a:latin typeface="Raleway"/>
                <a:ea typeface="Raleway"/>
                <a:cs typeface="Raleway"/>
                <a:sym typeface="Raleway"/>
              </a:defRPr>
            </a:lvl2pPr>
            <a:lvl3pPr lvl="2" algn="ctr" rtl="0">
              <a:lnSpc>
                <a:spcPct val="100000"/>
              </a:lnSpc>
              <a:spcBef>
                <a:spcPts val="0"/>
              </a:spcBef>
              <a:spcAft>
                <a:spcPts val="0"/>
              </a:spcAft>
              <a:buSzPts val="2400"/>
              <a:buFont typeface="Raleway"/>
              <a:buNone/>
              <a:defRPr sz="3200" b="1">
                <a:latin typeface="Raleway"/>
                <a:ea typeface="Raleway"/>
                <a:cs typeface="Raleway"/>
                <a:sym typeface="Raleway"/>
              </a:defRPr>
            </a:lvl3pPr>
            <a:lvl4pPr lvl="3" algn="ctr" rtl="0">
              <a:lnSpc>
                <a:spcPct val="100000"/>
              </a:lnSpc>
              <a:spcBef>
                <a:spcPts val="0"/>
              </a:spcBef>
              <a:spcAft>
                <a:spcPts val="0"/>
              </a:spcAft>
              <a:buSzPts val="2400"/>
              <a:buFont typeface="Raleway"/>
              <a:buNone/>
              <a:defRPr sz="3200" b="1">
                <a:latin typeface="Raleway"/>
                <a:ea typeface="Raleway"/>
                <a:cs typeface="Raleway"/>
                <a:sym typeface="Raleway"/>
              </a:defRPr>
            </a:lvl4pPr>
            <a:lvl5pPr lvl="4" algn="ctr" rtl="0">
              <a:lnSpc>
                <a:spcPct val="100000"/>
              </a:lnSpc>
              <a:spcBef>
                <a:spcPts val="0"/>
              </a:spcBef>
              <a:spcAft>
                <a:spcPts val="0"/>
              </a:spcAft>
              <a:buSzPts val="2400"/>
              <a:buFont typeface="Raleway"/>
              <a:buNone/>
              <a:defRPr sz="3200" b="1">
                <a:latin typeface="Raleway"/>
                <a:ea typeface="Raleway"/>
                <a:cs typeface="Raleway"/>
                <a:sym typeface="Raleway"/>
              </a:defRPr>
            </a:lvl5pPr>
            <a:lvl6pPr lvl="5" algn="ctr" rtl="0">
              <a:lnSpc>
                <a:spcPct val="100000"/>
              </a:lnSpc>
              <a:spcBef>
                <a:spcPts val="0"/>
              </a:spcBef>
              <a:spcAft>
                <a:spcPts val="0"/>
              </a:spcAft>
              <a:buSzPts val="2400"/>
              <a:buFont typeface="Raleway"/>
              <a:buNone/>
              <a:defRPr sz="3200" b="1">
                <a:latin typeface="Raleway"/>
                <a:ea typeface="Raleway"/>
                <a:cs typeface="Raleway"/>
                <a:sym typeface="Raleway"/>
              </a:defRPr>
            </a:lvl6pPr>
            <a:lvl7pPr lvl="6" algn="ctr" rtl="0">
              <a:lnSpc>
                <a:spcPct val="100000"/>
              </a:lnSpc>
              <a:spcBef>
                <a:spcPts val="0"/>
              </a:spcBef>
              <a:spcAft>
                <a:spcPts val="0"/>
              </a:spcAft>
              <a:buSzPts val="2400"/>
              <a:buFont typeface="Raleway"/>
              <a:buNone/>
              <a:defRPr sz="3200" b="1">
                <a:latin typeface="Raleway"/>
                <a:ea typeface="Raleway"/>
                <a:cs typeface="Raleway"/>
                <a:sym typeface="Raleway"/>
              </a:defRPr>
            </a:lvl7pPr>
            <a:lvl8pPr lvl="7" algn="ctr" rtl="0">
              <a:lnSpc>
                <a:spcPct val="100000"/>
              </a:lnSpc>
              <a:spcBef>
                <a:spcPts val="0"/>
              </a:spcBef>
              <a:spcAft>
                <a:spcPts val="0"/>
              </a:spcAft>
              <a:buSzPts val="2400"/>
              <a:buFont typeface="Raleway"/>
              <a:buNone/>
              <a:defRPr sz="3200" b="1">
                <a:latin typeface="Raleway"/>
                <a:ea typeface="Raleway"/>
                <a:cs typeface="Raleway"/>
                <a:sym typeface="Raleway"/>
              </a:defRPr>
            </a:lvl8pPr>
            <a:lvl9pPr lvl="8" algn="ctr" rtl="0">
              <a:lnSpc>
                <a:spcPct val="100000"/>
              </a:lnSpc>
              <a:spcBef>
                <a:spcPts val="0"/>
              </a:spcBef>
              <a:spcAft>
                <a:spcPts val="0"/>
              </a:spcAft>
              <a:buSzPts val="2400"/>
              <a:buFont typeface="Raleway"/>
              <a:buNone/>
              <a:defRPr sz="3200" b="1">
                <a:latin typeface="Raleway"/>
                <a:ea typeface="Raleway"/>
                <a:cs typeface="Raleway"/>
                <a:sym typeface="Raleway"/>
              </a:defRPr>
            </a:lvl9pPr>
          </a:lstStyle>
          <a:p>
            <a:r>
              <a:rPr lang="en-US"/>
              <a:t>Click to edit Master subtitle style</a:t>
            </a:r>
            <a:endParaRPr/>
          </a:p>
        </p:txBody>
      </p:sp>
      <p:sp>
        <p:nvSpPr>
          <p:cNvPr id="30" name="Google Shape;30;p5"/>
          <p:cNvSpPr txBox="1">
            <a:spLocks noGrp="1"/>
          </p:cNvSpPr>
          <p:nvPr>
            <p:ph type="subTitle" idx="4"/>
          </p:nvPr>
        </p:nvSpPr>
        <p:spPr>
          <a:xfrm>
            <a:off x="6548852" y="2992289"/>
            <a:ext cx="3232400" cy="5996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2400">
                <a:solidFill>
                  <a:schemeClr val="dk1"/>
                </a:solidFill>
                <a:latin typeface="Space Grotesk Medium"/>
                <a:ea typeface="Space Grotesk Medium"/>
                <a:cs typeface="Space Grotesk Medium"/>
                <a:sym typeface="Space Grotesk Medium"/>
              </a:defRPr>
            </a:lvl1pPr>
            <a:lvl2pPr lvl="1" algn="ctr" rtl="0">
              <a:lnSpc>
                <a:spcPct val="100000"/>
              </a:lnSpc>
              <a:spcBef>
                <a:spcPts val="0"/>
              </a:spcBef>
              <a:spcAft>
                <a:spcPts val="0"/>
              </a:spcAft>
              <a:buSzPts val="2400"/>
              <a:buFont typeface="Raleway"/>
              <a:buNone/>
              <a:defRPr sz="3200" b="1">
                <a:latin typeface="Raleway"/>
                <a:ea typeface="Raleway"/>
                <a:cs typeface="Raleway"/>
                <a:sym typeface="Raleway"/>
              </a:defRPr>
            </a:lvl2pPr>
            <a:lvl3pPr lvl="2" algn="ctr" rtl="0">
              <a:lnSpc>
                <a:spcPct val="100000"/>
              </a:lnSpc>
              <a:spcBef>
                <a:spcPts val="0"/>
              </a:spcBef>
              <a:spcAft>
                <a:spcPts val="0"/>
              </a:spcAft>
              <a:buSzPts val="2400"/>
              <a:buFont typeface="Raleway"/>
              <a:buNone/>
              <a:defRPr sz="3200" b="1">
                <a:latin typeface="Raleway"/>
                <a:ea typeface="Raleway"/>
                <a:cs typeface="Raleway"/>
                <a:sym typeface="Raleway"/>
              </a:defRPr>
            </a:lvl3pPr>
            <a:lvl4pPr lvl="3" algn="ctr" rtl="0">
              <a:lnSpc>
                <a:spcPct val="100000"/>
              </a:lnSpc>
              <a:spcBef>
                <a:spcPts val="0"/>
              </a:spcBef>
              <a:spcAft>
                <a:spcPts val="0"/>
              </a:spcAft>
              <a:buSzPts val="2400"/>
              <a:buFont typeface="Raleway"/>
              <a:buNone/>
              <a:defRPr sz="3200" b="1">
                <a:latin typeface="Raleway"/>
                <a:ea typeface="Raleway"/>
                <a:cs typeface="Raleway"/>
                <a:sym typeface="Raleway"/>
              </a:defRPr>
            </a:lvl4pPr>
            <a:lvl5pPr lvl="4" algn="ctr" rtl="0">
              <a:lnSpc>
                <a:spcPct val="100000"/>
              </a:lnSpc>
              <a:spcBef>
                <a:spcPts val="0"/>
              </a:spcBef>
              <a:spcAft>
                <a:spcPts val="0"/>
              </a:spcAft>
              <a:buSzPts val="2400"/>
              <a:buFont typeface="Raleway"/>
              <a:buNone/>
              <a:defRPr sz="3200" b="1">
                <a:latin typeface="Raleway"/>
                <a:ea typeface="Raleway"/>
                <a:cs typeface="Raleway"/>
                <a:sym typeface="Raleway"/>
              </a:defRPr>
            </a:lvl5pPr>
            <a:lvl6pPr lvl="5" algn="ctr" rtl="0">
              <a:lnSpc>
                <a:spcPct val="100000"/>
              </a:lnSpc>
              <a:spcBef>
                <a:spcPts val="0"/>
              </a:spcBef>
              <a:spcAft>
                <a:spcPts val="0"/>
              </a:spcAft>
              <a:buSzPts val="2400"/>
              <a:buFont typeface="Raleway"/>
              <a:buNone/>
              <a:defRPr sz="3200" b="1">
                <a:latin typeface="Raleway"/>
                <a:ea typeface="Raleway"/>
                <a:cs typeface="Raleway"/>
                <a:sym typeface="Raleway"/>
              </a:defRPr>
            </a:lvl6pPr>
            <a:lvl7pPr lvl="6" algn="ctr" rtl="0">
              <a:lnSpc>
                <a:spcPct val="100000"/>
              </a:lnSpc>
              <a:spcBef>
                <a:spcPts val="0"/>
              </a:spcBef>
              <a:spcAft>
                <a:spcPts val="0"/>
              </a:spcAft>
              <a:buSzPts val="2400"/>
              <a:buFont typeface="Raleway"/>
              <a:buNone/>
              <a:defRPr sz="3200" b="1">
                <a:latin typeface="Raleway"/>
                <a:ea typeface="Raleway"/>
                <a:cs typeface="Raleway"/>
                <a:sym typeface="Raleway"/>
              </a:defRPr>
            </a:lvl7pPr>
            <a:lvl8pPr lvl="7" algn="ctr" rtl="0">
              <a:lnSpc>
                <a:spcPct val="100000"/>
              </a:lnSpc>
              <a:spcBef>
                <a:spcPts val="0"/>
              </a:spcBef>
              <a:spcAft>
                <a:spcPts val="0"/>
              </a:spcAft>
              <a:buSzPts val="2400"/>
              <a:buFont typeface="Raleway"/>
              <a:buNone/>
              <a:defRPr sz="3200" b="1">
                <a:latin typeface="Raleway"/>
                <a:ea typeface="Raleway"/>
                <a:cs typeface="Raleway"/>
                <a:sym typeface="Raleway"/>
              </a:defRPr>
            </a:lvl8pPr>
            <a:lvl9pPr lvl="8" algn="ctr" rtl="0">
              <a:lnSpc>
                <a:spcPct val="100000"/>
              </a:lnSpc>
              <a:spcBef>
                <a:spcPts val="0"/>
              </a:spcBef>
              <a:spcAft>
                <a:spcPts val="0"/>
              </a:spcAft>
              <a:buSzPts val="2400"/>
              <a:buFont typeface="Raleway"/>
              <a:buNone/>
              <a:defRPr sz="3200" b="1">
                <a:latin typeface="Raleway"/>
                <a:ea typeface="Raleway"/>
                <a:cs typeface="Raleway"/>
                <a:sym typeface="Raleway"/>
              </a:defRPr>
            </a:lvl9pPr>
          </a:lstStyle>
          <a:p>
            <a:r>
              <a:rPr lang="en-US"/>
              <a:t>Click to edit Master subtitle style</a:t>
            </a:r>
            <a:endParaRPr/>
          </a:p>
        </p:txBody>
      </p:sp>
      <p:grpSp>
        <p:nvGrpSpPr>
          <p:cNvPr id="31" name="Google Shape;31;p5"/>
          <p:cNvGrpSpPr/>
          <p:nvPr/>
        </p:nvGrpSpPr>
        <p:grpSpPr>
          <a:xfrm>
            <a:off x="0" y="5"/>
            <a:ext cx="12192005" cy="6857995"/>
            <a:chOff x="0" y="4"/>
            <a:chExt cx="9144004" cy="5143496"/>
          </a:xfrm>
        </p:grpSpPr>
        <p:pic>
          <p:nvPicPr>
            <p:cNvPr id="32" name="Google Shape;32;p5"/>
            <p:cNvPicPr preferRelativeResize="0"/>
            <p:nvPr/>
          </p:nvPicPr>
          <p:blipFill>
            <a:blip r:embed="rId2">
              <a:alphaModFix/>
            </a:blip>
            <a:stretch>
              <a:fillRect/>
            </a:stretch>
          </p:blipFill>
          <p:spPr>
            <a:xfrm rot="-5400000">
              <a:off x="-564975" y="1487975"/>
              <a:ext cx="4220500" cy="3090550"/>
            </a:xfrm>
            <a:prstGeom prst="rect">
              <a:avLst/>
            </a:prstGeom>
            <a:noFill/>
            <a:ln>
              <a:noFill/>
            </a:ln>
          </p:spPr>
        </p:pic>
        <p:pic>
          <p:nvPicPr>
            <p:cNvPr id="33" name="Google Shape;33;p5"/>
            <p:cNvPicPr preferRelativeResize="0"/>
            <p:nvPr/>
          </p:nvPicPr>
          <p:blipFill>
            <a:blip r:embed="rId3">
              <a:alphaModFix/>
            </a:blip>
            <a:stretch>
              <a:fillRect/>
            </a:stretch>
          </p:blipFill>
          <p:spPr>
            <a:xfrm rot="-5400000">
              <a:off x="6335799" y="-429125"/>
              <a:ext cx="2379077" cy="3237334"/>
            </a:xfrm>
            <a:prstGeom prst="rect">
              <a:avLst/>
            </a:prstGeom>
            <a:noFill/>
            <a:ln>
              <a:noFill/>
            </a:ln>
          </p:spPr>
        </p:pic>
      </p:grpSp>
      <p:grpSp>
        <p:nvGrpSpPr>
          <p:cNvPr id="34" name="Google Shape;34;p5"/>
          <p:cNvGrpSpPr/>
          <p:nvPr/>
        </p:nvGrpSpPr>
        <p:grpSpPr>
          <a:xfrm rot="-10539848" flipH="1">
            <a:off x="8144751" y="5398767"/>
            <a:ext cx="6098535" cy="4638956"/>
            <a:chOff x="1522650" y="1117750"/>
            <a:chExt cx="4574075" cy="3479350"/>
          </a:xfrm>
        </p:grpSpPr>
        <p:sp>
          <p:nvSpPr>
            <p:cNvPr id="35" name="Google Shape;35;p5"/>
            <p:cNvSpPr/>
            <p:nvPr/>
          </p:nvSpPr>
          <p:spPr>
            <a:xfrm>
              <a:off x="2305900" y="1117750"/>
              <a:ext cx="3790825" cy="3217100"/>
            </a:xfrm>
            <a:custGeom>
              <a:avLst/>
              <a:gdLst/>
              <a:ahLst/>
              <a:cxnLst/>
              <a:rect l="l" t="t" r="r" b="b"/>
              <a:pathLst>
                <a:path w="151633" h="128684" extrusionOk="0">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6" name="Google Shape;36;p5"/>
            <p:cNvSpPr/>
            <p:nvPr/>
          </p:nvSpPr>
          <p:spPr>
            <a:xfrm>
              <a:off x="1522650" y="3538750"/>
              <a:ext cx="2417375" cy="1058350"/>
            </a:xfrm>
            <a:custGeom>
              <a:avLst/>
              <a:gdLst/>
              <a:ahLst/>
              <a:cxnLst/>
              <a:rect l="l" t="t" r="r" b="b"/>
              <a:pathLst>
                <a:path w="96695" h="42334" extrusionOk="0">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Tree>
    <p:extLst>
      <p:ext uri="{BB962C8B-B14F-4D97-AF65-F5344CB8AC3E}">
        <p14:creationId xmlns:p14="http://schemas.microsoft.com/office/powerpoint/2010/main" val="79414656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 only">
    <p:spTree>
      <p:nvGrpSpPr>
        <p:cNvPr id="1" name="Shape 37"/>
        <p:cNvGrpSpPr/>
        <p:nvPr/>
      </p:nvGrpSpPr>
      <p:grpSpPr>
        <a:xfrm>
          <a:off x="0" y="0"/>
          <a:ext cx="0" cy="0"/>
          <a:chOff x="0" y="0"/>
          <a:chExt cx="0" cy="0"/>
        </a:xfrm>
      </p:grpSpPr>
      <p:sp>
        <p:nvSpPr>
          <p:cNvPr id="38" name="Google Shape;38;p6"/>
          <p:cNvSpPr txBox="1">
            <a:spLocks noGrp="1"/>
          </p:cNvSpPr>
          <p:nvPr>
            <p:ph type="title"/>
          </p:nvPr>
        </p:nvSpPr>
        <p:spPr>
          <a:xfrm>
            <a:off x="960000" y="593367"/>
            <a:ext cx="10272000" cy="7636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r>
              <a:rPr lang="en-US"/>
              <a:t>Click to edit Master title style</a:t>
            </a:r>
            <a:endParaRPr/>
          </a:p>
        </p:txBody>
      </p:sp>
      <p:grpSp>
        <p:nvGrpSpPr>
          <p:cNvPr id="39" name="Google Shape;39;p6"/>
          <p:cNvGrpSpPr/>
          <p:nvPr/>
        </p:nvGrpSpPr>
        <p:grpSpPr>
          <a:xfrm>
            <a:off x="0" y="5"/>
            <a:ext cx="12192005" cy="6857995"/>
            <a:chOff x="0" y="4"/>
            <a:chExt cx="9144004" cy="5143496"/>
          </a:xfrm>
        </p:grpSpPr>
        <p:pic>
          <p:nvPicPr>
            <p:cNvPr id="40" name="Google Shape;40;p6"/>
            <p:cNvPicPr preferRelativeResize="0"/>
            <p:nvPr/>
          </p:nvPicPr>
          <p:blipFill>
            <a:blip r:embed="rId2">
              <a:alphaModFix/>
            </a:blip>
            <a:stretch>
              <a:fillRect/>
            </a:stretch>
          </p:blipFill>
          <p:spPr>
            <a:xfrm rot="-5400000">
              <a:off x="-564975" y="1487975"/>
              <a:ext cx="4220500" cy="3090550"/>
            </a:xfrm>
            <a:prstGeom prst="rect">
              <a:avLst/>
            </a:prstGeom>
            <a:noFill/>
            <a:ln>
              <a:noFill/>
            </a:ln>
          </p:spPr>
        </p:pic>
        <p:pic>
          <p:nvPicPr>
            <p:cNvPr id="41" name="Google Shape;41;p6"/>
            <p:cNvPicPr preferRelativeResize="0"/>
            <p:nvPr/>
          </p:nvPicPr>
          <p:blipFill>
            <a:blip r:embed="rId3">
              <a:alphaModFix/>
            </a:blip>
            <a:stretch>
              <a:fillRect/>
            </a:stretch>
          </p:blipFill>
          <p:spPr>
            <a:xfrm rot="-5400000">
              <a:off x="6335799" y="-429125"/>
              <a:ext cx="2379077" cy="3237334"/>
            </a:xfrm>
            <a:prstGeom prst="rect">
              <a:avLst/>
            </a:prstGeom>
            <a:noFill/>
            <a:ln>
              <a:noFill/>
            </a:ln>
          </p:spPr>
        </p:pic>
      </p:grpSp>
      <p:grpSp>
        <p:nvGrpSpPr>
          <p:cNvPr id="42" name="Google Shape;42;p6"/>
          <p:cNvGrpSpPr/>
          <p:nvPr/>
        </p:nvGrpSpPr>
        <p:grpSpPr>
          <a:xfrm rot="-10539848" flipH="1">
            <a:off x="8144751" y="5398767"/>
            <a:ext cx="6098535" cy="4638956"/>
            <a:chOff x="1522650" y="1117750"/>
            <a:chExt cx="4574075" cy="3479350"/>
          </a:xfrm>
        </p:grpSpPr>
        <p:sp>
          <p:nvSpPr>
            <p:cNvPr id="43" name="Google Shape;43;p6"/>
            <p:cNvSpPr/>
            <p:nvPr/>
          </p:nvSpPr>
          <p:spPr>
            <a:xfrm>
              <a:off x="2305900" y="1117750"/>
              <a:ext cx="3790825" cy="3217100"/>
            </a:xfrm>
            <a:custGeom>
              <a:avLst/>
              <a:gdLst/>
              <a:ahLst/>
              <a:cxnLst/>
              <a:rect l="l" t="t" r="r" b="b"/>
              <a:pathLst>
                <a:path w="151633" h="128684" extrusionOk="0">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4" name="Google Shape;44;p6"/>
            <p:cNvSpPr/>
            <p:nvPr/>
          </p:nvSpPr>
          <p:spPr>
            <a:xfrm>
              <a:off x="1522650" y="3538750"/>
              <a:ext cx="2417375" cy="1058350"/>
            </a:xfrm>
            <a:custGeom>
              <a:avLst/>
              <a:gdLst/>
              <a:ahLst/>
              <a:cxnLst/>
              <a:rect l="l" t="t" r="r" b="b"/>
              <a:pathLst>
                <a:path w="96695" h="42334" extrusionOk="0">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Tree>
    <p:extLst>
      <p:ext uri="{BB962C8B-B14F-4D97-AF65-F5344CB8AC3E}">
        <p14:creationId xmlns:p14="http://schemas.microsoft.com/office/powerpoint/2010/main" val="22995924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 column text">
    <p:spTree>
      <p:nvGrpSpPr>
        <p:cNvPr id="1" name="Shape 45"/>
        <p:cNvGrpSpPr/>
        <p:nvPr/>
      </p:nvGrpSpPr>
      <p:grpSpPr>
        <a:xfrm>
          <a:off x="0" y="0"/>
          <a:ext cx="0" cy="0"/>
          <a:chOff x="0" y="0"/>
          <a:chExt cx="0" cy="0"/>
        </a:xfrm>
      </p:grpSpPr>
      <p:sp>
        <p:nvSpPr>
          <p:cNvPr id="46" name="Google Shape;46;p7"/>
          <p:cNvSpPr txBox="1">
            <a:spLocks noGrp="1"/>
          </p:cNvSpPr>
          <p:nvPr>
            <p:ph type="title"/>
          </p:nvPr>
        </p:nvSpPr>
        <p:spPr>
          <a:xfrm>
            <a:off x="1082633" y="1105800"/>
            <a:ext cx="5324400" cy="1319600"/>
          </a:xfrm>
          <a:prstGeom prst="rect">
            <a:avLst/>
          </a:prstGeom>
        </p:spPr>
        <p:txBody>
          <a:bodyPr spcFirstLastPara="1" wrap="square" lIns="91425" tIns="91425" rIns="91425" bIns="91425" anchor="b"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r>
              <a:rPr lang="en-US"/>
              <a:t>Click to edit Master title style</a:t>
            </a:r>
            <a:endParaRPr/>
          </a:p>
        </p:txBody>
      </p:sp>
      <p:sp>
        <p:nvSpPr>
          <p:cNvPr id="47" name="Google Shape;47;p7"/>
          <p:cNvSpPr txBox="1">
            <a:spLocks noGrp="1"/>
          </p:cNvSpPr>
          <p:nvPr>
            <p:ph type="subTitle" idx="1"/>
          </p:nvPr>
        </p:nvSpPr>
        <p:spPr>
          <a:xfrm>
            <a:off x="1082633" y="2504733"/>
            <a:ext cx="5324400" cy="3064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Font typeface="Open Sans"/>
              <a:buAutoNum type="arabicPeriod"/>
              <a:defRPr/>
            </a:lvl1pPr>
            <a:lvl2pPr lvl="1" algn="ctr" rtl="0">
              <a:lnSpc>
                <a:spcPct val="100000"/>
              </a:lnSpc>
              <a:spcBef>
                <a:spcPts val="1333"/>
              </a:spcBef>
              <a:spcAft>
                <a:spcPts val="0"/>
              </a:spcAft>
              <a:buClr>
                <a:srgbClr val="E76A28"/>
              </a:buClr>
              <a:buSzPts val="1200"/>
              <a:buFont typeface="Nunito Light"/>
              <a:buAutoNum type="alphaLcPeriod"/>
              <a:defRPr/>
            </a:lvl2pPr>
            <a:lvl3pPr lvl="2" algn="ctr" rtl="0">
              <a:lnSpc>
                <a:spcPct val="100000"/>
              </a:lnSpc>
              <a:spcBef>
                <a:spcPts val="0"/>
              </a:spcBef>
              <a:spcAft>
                <a:spcPts val="0"/>
              </a:spcAft>
              <a:buClr>
                <a:srgbClr val="E76A28"/>
              </a:buClr>
              <a:buSzPts val="1200"/>
              <a:buFont typeface="Nunito Light"/>
              <a:buAutoNum type="romanLcPeriod"/>
              <a:defRPr/>
            </a:lvl3pPr>
            <a:lvl4pPr lvl="3" algn="ctr" rtl="0">
              <a:lnSpc>
                <a:spcPct val="100000"/>
              </a:lnSpc>
              <a:spcBef>
                <a:spcPts val="0"/>
              </a:spcBef>
              <a:spcAft>
                <a:spcPts val="0"/>
              </a:spcAft>
              <a:buClr>
                <a:srgbClr val="E76A28"/>
              </a:buClr>
              <a:buSzPts val="1200"/>
              <a:buFont typeface="Nunito Light"/>
              <a:buAutoNum type="arabicPeriod"/>
              <a:defRPr/>
            </a:lvl4pPr>
            <a:lvl5pPr lvl="4" algn="ctr" rtl="0">
              <a:lnSpc>
                <a:spcPct val="100000"/>
              </a:lnSpc>
              <a:spcBef>
                <a:spcPts val="0"/>
              </a:spcBef>
              <a:spcAft>
                <a:spcPts val="0"/>
              </a:spcAft>
              <a:buClr>
                <a:srgbClr val="E76A28"/>
              </a:buClr>
              <a:buSzPts val="1200"/>
              <a:buFont typeface="Nunito Light"/>
              <a:buAutoNum type="alphaLcPeriod"/>
              <a:defRPr/>
            </a:lvl5pPr>
            <a:lvl6pPr lvl="5" algn="ctr" rtl="0">
              <a:lnSpc>
                <a:spcPct val="100000"/>
              </a:lnSpc>
              <a:spcBef>
                <a:spcPts val="0"/>
              </a:spcBef>
              <a:spcAft>
                <a:spcPts val="0"/>
              </a:spcAft>
              <a:buClr>
                <a:srgbClr val="999999"/>
              </a:buClr>
              <a:buSzPts val="1200"/>
              <a:buFont typeface="Nunito Light"/>
              <a:buAutoNum type="romanLcPeriod"/>
              <a:defRPr/>
            </a:lvl6pPr>
            <a:lvl7pPr lvl="6" algn="ctr" rtl="0">
              <a:lnSpc>
                <a:spcPct val="100000"/>
              </a:lnSpc>
              <a:spcBef>
                <a:spcPts val="0"/>
              </a:spcBef>
              <a:spcAft>
                <a:spcPts val="0"/>
              </a:spcAft>
              <a:buClr>
                <a:srgbClr val="999999"/>
              </a:buClr>
              <a:buSzPts val="1200"/>
              <a:buFont typeface="Nunito Light"/>
              <a:buAutoNum type="arabicPeriod"/>
              <a:defRPr/>
            </a:lvl7pPr>
            <a:lvl8pPr lvl="7" algn="ctr" rtl="0">
              <a:lnSpc>
                <a:spcPct val="100000"/>
              </a:lnSpc>
              <a:spcBef>
                <a:spcPts val="0"/>
              </a:spcBef>
              <a:spcAft>
                <a:spcPts val="0"/>
              </a:spcAft>
              <a:buClr>
                <a:srgbClr val="999999"/>
              </a:buClr>
              <a:buSzPts val="1200"/>
              <a:buFont typeface="Nunito Light"/>
              <a:buAutoNum type="alphaLcPeriod"/>
              <a:defRPr/>
            </a:lvl8pPr>
            <a:lvl9pPr lvl="8" algn="ctr" rtl="0">
              <a:lnSpc>
                <a:spcPct val="100000"/>
              </a:lnSpc>
              <a:spcBef>
                <a:spcPts val="0"/>
              </a:spcBef>
              <a:spcAft>
                <a:spcPts val="0"/>
              </a:spcAft>
              <a:buClr>
                <a:srgbClr val="999999"/>
              </a:buClr>
              <a:buSzPts val="1200"/>
              <a:buFont typeface="Nunito Light"/>
              <a:buAutoNum type="romanLcPeriod"/>
              <a:defRPr/>
            </a:lvl9pPr>
          </a:lstStyle>
          <a:p>
            <a:r>
              <a:rPr lang="en-US"/>
              <a:t>Click to edit Master subtitle style</a:t>
            </a:r>
            <a:endParaRPr/>
          </a:p>
        </p:txBody>
      </p:sp>
      <p:sp>
        <p:nvSpPr>
          <p:cNvPr id="48" name="Google Shape;48;p7"/>
          <p:cNvSpPr>
            <a:spLocks noGrp="1"/>
          </p:cNvSpPr>
          <p:nvPr>
            <p:ph type="pic" idx="2"/>
          </p:nvPr>
        </p:nvSpPr>
        <p:spPr>
          <a:xfrm>
            <a:off x="6784633" y="1027200"/>
            <a:ext cx="4108800" cy="4803600"/>
          </a:xfrm>
          <a:prstGeom prst="roundRect">
            <a:avLst>
              <a:gd name="adj" fmla="val 16667"/>
            </a:avLst>
          </a:prstGeom>
          <a:noFill/>
          <a:ln>
            <a:noFill/>
          </a:ln>
        </p:spPr>
      </p:sp>
      <p:grpSp>
        <p:nvGrpSpPr>
          <p:cNvPr id="49" name="Google Shape;49;p7"/>
          <p:cNvGrpSpPr/>
          <p:nvPr/>
        </p:nvGrpSpPr>
        <p:grpSpPr>
          <a:xfrm>
            <a:off x="1" y="0"/>
            <a:ext cx="12192001" cy="6858000"/>
            <a:chOff x="0" y="0"/>
            <a:chExt cx="9144001" cy="5143500"/>
          </a:xfrm>
        </p:grpSpPr>
        <p:pic>
          <p:nvPicPr>
            <p:cNvPr id="50" name="Google Shape;50;p7"/>
            <p:cNvPicPr preferRelativeResize="0"/>
            <p:nvPr/>
          </p:nvPicPr>
          <p:blipFill>
            <a:blip r:embed="rId2">
              <a:alphaModFix/>
            </a:blip>
            <a:stretch>
              <a:fillRect/>
            </a:stretch>
          </p:blipFill>
          <p:spPr>
            <a:xfrm rot="10800000" flipH="1">
              <a:off x="0" y="2052950"/>
              <a:ext cx="4220500" cy="3090550"/>
            </a:xfrm>
            <a:prstGeom prst="rect">
              <a:avLst/>
            </a:prstGeom>
            <a:noFill/>
            <a:ln>
              <a:noFill/>
            </a:ln>
          </p:spPr>
        </p:pic>
        <p:pic>
          <p:nvPicPr>
            <p:cNvPr id="51" name="Google Shape;51;p7"/>
            <p:cNvPicPr preferRelativeResize="0"/>
            <p:nvPr/>
          </p:nvPicPr>
          <p:blipFill>
            <a:blip r:embed="rId3">
              <a:alphaModFix/>
            </a:blip>
            <a:stretch>
              <a:fillRect/>
            </a:stretch>
          </p:blipFill>
          <p:spPr>
            <a:xfrm rot="10800000" flipH="1">
              <a:off x="6764924" y="0"/>
              <a:ext cx="2379077" cy="3237334"/>
            </a:xfrm>
            <a:prstGeom prst="rect">
              <a:avLst/>
            </a:prstGeom>
            <a:noFill/>
            <a:ln>
              <a:noFill/>
            </a:ln>
          </p:spPr>
        </p:pic>
      </p:grpSp>
      <p:grpSp>
        <p:nvGrpSpPr>
          <p:cNvPr id="52" name="Google Shape;52;p7"/>
          <p:cNvGrpSpPr/>
          <p:nvPr/>
        </p:nvGrpSpPr>
        <p:grpSpPr>
          <a:xfrm rot="10800000">
            <a:off x="8938969" y="5082263"/>
            <a:ext cx="6098767" cy="4639133"/>
            <a:chOff x="1522650" y="1117750"/>
            <a:chExt cx="4574075" cy="3479350"/>
          </a:xfrm>
        </p:grpSpPr>
        <p:sp>
          <p:nvSpPr>
            <p:cNvPr id="53" name="Google Shape;53;p7"/>
            <p:cNvSpPr/>
            <p:nvPr/>
          </p:nvSpPr>
          <p:spPr>
            <a:xfrm>
              <a:off x="2305900" y="1117750"/>
              <a:ext cx="3790825" cy="3217100"/>
            </a:xfrm>
            <a:custGeom>
              <a:avLst/>
              <a:gdLst/>
              <a:ahLst/>
              <a:cxnLst/>
              <a:rect l="l" t="t" r="r" b="b"/>
              <a:pathLst>
                <a:path w="151633" h="128684" extrusionOk="0">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4" name="Google Shape;54;p7"/>
            <p:cNvSpPr/>
            <p:nvPr/>
          </p:nvSpPr>
          <p:spPr>
            <a:xfrm>
              <a:off x="1522650" y="3538750"/>
              <a:ext cx="2417375" cy="1058350"/>
            </a:xfrm>
            <a:custGeom>
              <a:avLst/>
              <a:gdLst/>
              <a:ahLst/>
              <a:cxnLst/>
              <a:rect l="l" t="t" r="r" b="b"/>
              <a:pathLst>
                <a:path w="96695" h="42334" extrusionOk="0">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Tree>
    <p:extLst>
      <p:ext uri="{BB962C8B-B14F-4D97-AF65-F5344CB8AC3E}">
        <p14:creationId xmlns:p14="http://schemas.microsoft.com/office/powerpoint/2010/main" val="351970761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 point">
    <p:spTree>
      <p:nvGrpSpPr>
        <p:cNvPr id="1" name="Shape 55"/>
        <p:cNvGrpSpPr/>
        <p:nvPr/>
      </p:nvGrpSpPr>
      <p:grpSpPr>
        <a:xfrm>
          <a:off x="0" y="0"/>
          <a:ext cx="0" cy="0"/>
          <a:chOff x="0" y="0"/>
          <a:chExt cx="0" cy="0"/>
        </a:xfrm>
      </p:grpSpPr>
      <p:grpSp>
        <p:nvGrpSpPr>
          <p:cNvPr id="56" name="Google Shape;56;p8"/>
          <p:cNvGrpSpPr/>
          <p:nvPr/>
        </p:nvGrpSpPr>
        <p:grpSpPr>
          <a:xfrm>
            <a:off x="14" y="0"/>
            <a:ext cx="12191988" cy="6858000"/>
            <a:chOff x="10" y="0"/>
            <a:chExt cx="9143991" cy="5143500"/>
          </a:xfrm>
        </p:grpSpPr>
        <p:pic>
          <p:nvPicPr>
            <p:cNvPr id="57" name="Google Shape;57;p8"/>
            <p:cNvPicPr preferRelativeResize="0"/>
            <p:nvPr/>
          </p:nvPicPr>
          <p:blipFill>
            <a:blip r:embed="rId2">
              <a:alphaModFix/>
            </a:blip>
            <a:stretch>
              <a:fillRect/>
            </a:stretch>
          </p:blipFill>
          <p:spPr>
            <a:xfrm flipH="1">
              <a:off x="10" y="0"/>
              <a:ext cx="3405191" cy="5143500"/>
            </a:xfrm>
            <a:prstGeom prst="rect">
              <a:avLst/>
            </a:prstGeom>
            <a:noFill/>
            <a:ln>
              <a:noFill/>
            </a:ln>
          </p:spPr>
        </p:pic>
        <p:pic>
          <p:nvPicPr>
            <p:cNvPr id="58" name="Google Shape;58;p8"/>
            <p:cNvPicPr preferRelativeResize="0"/>
            <p:nvPr/>
          </p:nvPicPr>
          <p:blipFill>
            <a:blip r:embed="rId3">
              <a:alphaModFix/>
            </a:blip>
            <a:stretch>
              <a:fillRect/>
            </a:stretch>
          </p:blipFill>
          <p:spPr>
            <a:xfrm flipH="1">
              <a:off x="4416200" y="2886625"/>
              <a:ext cx="4727801" cy="2256875"/>
            </a:xfrm>
            <a:prstGeom prst="rect">
              <a:avLst/>
            </a:prstGeom>
            <a:noFill/>
            <a:ln>
              <a:noFill/>
            </a:ln>
          </p:spPr>
        </p:pic>
      </p:grpSp>
      <p:grpSp>
        <p:nvGrpSpPr>
          <p:cNvPr id="59" name="Google Shape;59;p8"/>
          <p:cNvGrpSpPr/>
          <p:nvPr/>
        </p:nvGrpSpPr>
        <p:grpSpPr>
          <a:xfrm rot="756538">
            <a:off x="6879423" y="-2569396"/>
            <a:ext cx="6098876" cy="4639216"/>
            <a:chOff x="1522650" y="1117750"/>
            <a:chExt cx="4574075" cy="3479350"/>
          </a:xfrm>
        </p:grpSpPr>
        <p:sp>
          <p:nvSpPr>
            <p:cNvPr id="60" name="Google Shape;60;p8"/>
            <p:cNvSpPr/>
            <p:nvPr/>
          </p:nvSpPr>
          <p:spPr>
            <a:xfrm>
              <a:off x="2305900" y="1117750"/>
              <a:ext cx="3790825" cy="3217100"/>
            </a:xfrm>
            <a:custGeom>
              <a:avLst/>
              <a:gdLst/>
              <a:ahLst/>
              <a:cxnLst/>
              <a:rect l="l" t="t" r="r" b="b"/>
              <a:pathLst>
                <a:path w="151633" h="128684" extrusionOk="0">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1" name="Google Shape;61;p8"/>
            <p:cNvSpPr/>
            <p:nvPr/>
          </p:nvSpPr>
          <p:spPr>
            <a:xfrm>
              <a:off x="1522650" y="3538750"/>
              <a:ext cx="2417375" cy="1058350"/>
            </a:xfrm>
            <a:custGeom>
              <a:avLst/>
              <a:gdLst/>
              <a:ahLst/>
              <a:cxnLst/>
              <a:rect l="l" t="t" r="r" b="b"/>
              <a:pathLst>
                <a:path w="96695" h="42334" extrusionOk="0">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62" name="Google Shape;62;p8"/>
          <p:cNvSpPr txBox="1">
            <a:spLocks noGrp="1"/>
          </p:cNvSpPr>
          <p:nvPr>
            <p:ph type="title"/>
          </p:nvPr>
        </p:nvSpPr>
        <p:spPr>
          <a:xfrm>
            <a:off x="5106667" y="2288533"/>
            <a:ext cx="6010800" cy="3372400"/>
          </a:xfrm>
          <a:prstGeom prst="rect">
            <a:avLst/>
          </a:prstGeom>
        </p:spPr>
        <p:txBody>
          <a:bodyPr spcFirstLastPara="1" wrap="square" lIns="91425" tIns="91425" rIns="91425" bIns="91425" anchor="ctr" anchorCtr="0">
            <a:noAutofit/>
          </a:bodyPr>
          <a:lstStyle>
            <a:lvl1pPr lvl="0">
              <a:lnSpc>
                <a:spcPct val="80000"/>
              </a:lnSpc>
              <a:spcBef>
                <a:spcPts val="0"/>
              </a:spcBef>
              <a:spcAft>
                <a:spcPts val="0"/>
              </a:spcAft>
              <a:buSzPts val="6000"/>
              <a:buNone/>
              <a:defRPr sz="8000"/>
            </a:lvl1pPr>
            <a:lvl2pPr lvl="1">
              <a:spcBef>
                <a:spcPts val="0"/>
              </a:spcBef>
              <a:spcAft>
                <a:spcPts val="0"/>
              </a:spcAft>
              <a:buSzPts val="4800"/>
              <a:buNone/>
              <a:defRPr sz="6400"/>
            </a:lvl2pPr>
            <a:lvl3pPr lvl="2">
              <a:spcBef>
                <a:spcPts val="0"/>
              </a:spcBef>
              <a:spcAft>
                <a:spcPts val="0"/>
              </a:spcAft>
              <a:buSzPts val="4800"/>
              <a:buNone/>
              <a:defRPr sz="6400"/>
            </a:lvl3pPr>
            <a:lvl4pPr lvl="3">
              <a:spcBef>
                <a:spcPts val="0"/>
              </a:spcBef>
              <a:spcAft>
                <a:spcPts val="0"/>
              </a:spcAft>
              <a:buSzPts val="4800"/>
              <a:buNone/>
              <a:defRPr sz="6400"/>
            </a:lvl4pPr>
            <a:lvl5pPr lvl="4">
              <a:spcBef>
                <a:spcPts val="0"/>
              </a:spcBef>
              <a:spcAft>
                <a:spcPts val="0"/>
              </a:spcAft>
              <a:buSzPts val="4800"/>
              <a:buNone/>
              <a:defRPr sz="6400"/>
            </a:lvl5pPr>
            <a:lvl6pPr lvl="5">
              <a:spcBef>
                <a:spcPts val="0"/>
              </a:spcBef>
              <a:spcAft>
                <a:spcPts val="0"/>
              </a:spcAft>
              <a:buSzPts val="4800"/>
              <a:buNone/>
              <a:defRPr sz="6400"/>
            </a:lvl6pPr>
            <a:lvl7pPr lvl="6">
              <a:spcBef>
                <a:spcPts val="0"/>
              </a:spcBef>
              <a:spcAft>
                <a:spcPts val="0"/>
              </a:spcAft>
              <a:buSzPts val="4800"/>
              <a:buNone/>
              <a:defRPr sz="6400"/>
            </a:lvl7pPr>
            <a:lvl8pPr lvl="7">
              <a:spcBef>
                <a:spcPts val="0"/>
              </a:spcBef>
              <a:spcAft>
                <a:spcPts val="0"/>
              </a:spcAft>
              <a:buSzPts val="4800"/>
              <a:buNone/>
              <a:defRPr sz="6400"/>
            </a:lvl8pPr>
            <a:lvl9pPr lvl="8">
              <a:spcBef>
                <a:spcPts val="0"/>
              </a:spcBef>
              <a:spcAft>
                <a:spcPts val="0"/>
              </a:spcAft>
              <a:buSzPts val="4800"/>
              <a:buNone/>
              <a:defRPr sz="6400"/>
            </a:lvl9pPr>
          </a:lstStyle>
          <a:p>
            <a:r>
              <a:rPr lang="en-US"/>
              <a:t>Click to edit Master title style</a:t>
            </a:r>
            <a:endParaRPr/>
          </a:p>
        </p:txBody>
      </p:sp>
    </p:spTree>
    <p:extLst>
      <p:ext uri="{BB962C8B-B14F-4D97-AF65-F5344CB8AC3E}">
        <p14:creationId xmlns:p14="http://schemas.microsoft.com/office/powerpoint/2010/main" val="15428705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 title and description">
    <p:spTree>
      <p:nvGrpSpPr>
        <p:cNvPr id="1" name="Shape 63"/>
        <p:cNvGrpSpPr/>
        <p:nvPr/>
      </p:nvGrpSpPr>
      <p:grpSpPr>
        <a:xfrm>
          <a:off x="0" y="0"/>
          <a:ext cx="0" cy="0"/>
          <a:chOff x="0" y="0"/>
          <a:chExt cx="0" cy="0"/>
        </a:xfrm>
      </p:grpSpPr>
      <p:grpSp>
        <p:nvGrpSpPr>
          <p:cNvPr id="64" name="Google Shape;64;p9"/>
          <p:cNvGrpSpPr/>
          <p:nvPr/>
        </p:nvGrpSpPr>
        <p:grpSpPr>
          <a:xfrm rot="756538">
            <a:off x="-953077" y="-3212463"/>
            <a:ext cx="6098876" cy="4639216"/>
            <a:chOff x="1522650" y="1117750"/>
            <a:chExt cx="4574075" cy="3479350"/>
          </a:xfrm>
        </p:grpSpPr>
        <p:sp>
          <p:nvSpPr>
            <p:cNvPr id="65" name="Google Shape;65;p9"/>
            <p:cNvSpPr/>
            <p:nvPr/>
          </p:nvSpPr>
          <p:spPr>
            <a:xfrm>
              <a:off x="2305900" y="1117750"/>
              <a:ext cx="3790825" cy="3217100"/>
            </a:xfrm>
            <a:custGeom>
              <a:avLst/>
              <a:gdLst/>
              <a:ahLst/>
              <a:cxnLst/>
              <a:rect l="l" t="t" r="r" b="b"/>
              <a:pathLst>
                <a:path w="151633" h="128684" extrusionOk="0">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6" name="Google Shape;66;p9"/>
            <p:cNvSpPr/>
            <p:nvPr/>
          </p:nvSpPr>
          <p:spPr>
            <a:xfrm>
              <a:off x="1522650" y="3538750"/>
              <a:ext cx="2417375" cy="1058350"/>
            </a:xfrm>
            <a:custGeom>
              <a:avLst/>
              <a:gdLst/>
              <a:ahLst/>
              <a:cxnLst/>
              <a:rect l="l" t="t" r="r" b="b"/>
              <a:pathLst>
                <a:path w="96695" h="42334" extrusionOk="0">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67" name="Google Shape;67;p9"/>
          <p:cNvGrpSpPr/>
          <p:nvPr/>
        </p:nvGrpSpPr>
        <p:grpSpPr>
          <a:xfrm>
            <a:off x="1" y="0"/>
            <a:ext cx="12192001" cy="6858000"/>
            <a:chOff x="0" y="0"/>
            <a:chExt cx="9144001" cy="5143500"/>
          </a:xfrm>
        </p:grpSpPr>
        <p:pic>
          <p:nvPicPr>
            <p:cNvPr id="68" name="Google Shape;68;p9"/>
            <p:cNvPicPr preferRelativeResize="0"/>
            <p:nvPr/>
          </p:nvPicPr>
          <p:blipFill>
            <a:blip r:embed="rId2">
              <a:alphaModFix/>
            </a:blip>
            <a:stretch>
              <a:fillRect/>
            </a:stretch>
          </p:blipFill>
          <p:spPr>
            <a:xfrm rot="10800000" flipH="1">
              <a:off x="5738810" y="0"/>
              <a:ext cx="3405191" cy="5143500"/>
            </a:xfrm>
            <a:prstGeom prst="rect">
              <a:avLst/>
            </a:prstGeom>
            <a:noFill/>
            <a:ln>
              <a:noFill/>
            </a:ln>
          </p:spPr>
        </p:pic>
        <p:pic>
          <p:nvPicPr>
            <p:cNvPr id="69" name="Google Shape;69;p9"/>
            <p:cNvPicPr preferRelativeResize="0"/>
            <p:nvPr/>
          </p:nvPicPr>
          <p:blipFill>
            <a:blip r:embed="rId3">
              <a:alphaModFix/>
            </a:blip>
            <a:stretch>
              <a:fillRect/>
            </a:stretch>
          </p:blipFill>
          <p:spPr>
            <a:xfrm rot="10800000" flipH="1">
              <a:off x="0" y="0"/>
              <a:ext cx="4727801" cy="2256875"/>
            </a:xfrm>
            <a:prstGeom prst="rect">
              <a:avLst/>
            </a:prstGeom>
            <a:noFill/>
            <a:ln>
              <a:noFill/>
            </a:ln>
          </p:spPr>
        </p:pic>
      </p:grpSp>
      <p:sp>
        <p:nvSpPr>
          <p:cNvPr id="70" name="Google Shape;70;p9"/>
          <p:cNvSpPr txBox="1">
            <a:spLocks noGrp="1"/>
          </p:cNvSpPr>
          <p:nvPr>
            <p:ph type="title"/>
          </p:nvPr>
        </p:nvSpPr>
        <p:spPr>
          <a:xfrm>
            <a:off x="950967" y="2038533"/>
            <a:ext cx="6497200" cy="2619200"/>
          </a:xfrm>
          <a:prstGeom prst="rect">
            <a:avLst/>
          </a:prstGeom>
        </p:spPr>
        <p:txBody>
          <a:bodyPr spcFirstLastPara="1" wrap="square" lIns="91425" tIns="91425" rIns="91425" bIns="91425" anchor="b" anchorCtr="0">
            <a:noAutofit/>
          </a:bodyPr>
          <a:lstStyle>
            <a:lvl1pPr lvl="0" rtl="0">
              <a:spcBef>
                <a:spcPts val="0"/>
              </a:spcBef>
              <a:spcAft>
                <a:spcPts val="0"/>
              </a:spcAft>
              <a:buSzPts val="5000"/>
              <a:buNone/>
              <a:defRPr sz="6667"/>
            </a:lvl1pPr>
            <a:lvl2pPr lvl="1" algn="ctr" rtl="0">
              <a:spcBef>
                <a:spcPts val="0"/>
              </a:spcBef>
              <a:spcAft>
                <a:spcPts val="0"/>
              </a:spcAft>
              <a:buSzPts val="3000"/>
              <a:buNone/>
              <a:defRPr/>
            </a:lvl2pPr>
            <a:lvl3pPr lvl="2" algn="ctr" rtl="0">
              <a:spcBef>
                <a:spcPts val="0"/>
              </a:spcBef>
              <a:spcAft>
                <a:spcPts val="0"/>
              </a:spcAft>
              <a:buSzPts val="3000"/>
              <a:buNone/>
              <a:defRPr/>
            </a:lvl3pPr>
            <a:lvl4pPr lvl="3" algn="ctr" rtl="0">
              <a:spcBef>
                <a:spcPts val="0"/>
              </a:spcBef>
              <a:spcAft>
                <a:spcPts val="0"/>
              </a:spcAft>
              <a:buSzPts val="3000"/>
              <a:buNone/>
              <a:defRPr/>
            </a:lvl4pPr>
            <a:lvl5pPr lvl="4" algn="ctr" rtl="0">
              <a:spcBef>
                <a:spcPts val="0"/>
              </a:spcBef>
              <a:spcAft>
                <a:spcPts val="0"/>
              </a:spcAft>
              <a:buSzPts val="3000"/>
              <a:buNone/>
              <a:defRPr/>
            </a:lvl5pPr>
            <a:lvl6pPr lvl="5" algn="ctr" rtl="0">
              <a:spcBef>
                <a:spcPts val="0"/>
              </a:spcBef>
              <a:spcAft>
                <a:spcPts val="0"/>
              </a:spcAft>
              <a:buSzPts val="3000"/>
              <a:buNone/>
              <a:defRPr/>
            </a:lvl6pPr>
            <a:lvl7pPr lvl="6" algn="ctr" rtl="0">
              <a:spcBef>
                <a:spcPts val="0"/>
              </a:spcBef>
              <a:spcAft>
                <a:spcPts val="0"/>
              </a:spcAft>
              <a:buSzPts val="3000"/>
              <a:buNone/>
              <a:defRPr/>
            </a:lvl7pPr>
            <a:lvl8pPr lvl="7" algn="ctr" rtl="0">
              <a:spcBef>
                <a:spcPts val="0"/>
              </a:spcBef>
              <a:spcAft>
                <a:spcPts val="0"/>
              </a:spcAft>
              <a:buSzPts val="3000"/>
              <a:buNone/>
              <a:defRPr/>
            </a:lvl8pPr>
            <a:lvl9pPr lvl="8" algn="ctr" rtl="0">
              <a:spcBef>
                <a:spcPts val="0"/>
              </a:spcBef>
              <a:spcAft>
                <a:spcPts val="0"/>
              </a:spcAft>
              <a:buSzPts val="3000"/>
              <a:buNone/>
              <a:defRPr/>
            </a:lvl9pPr>
          </a:lstStyle>
          <a:p>
            <a:r>
              <a:rPr lang="en-US"/>
              <a:t>Click to edit Master title style</a:t>
            </a:r>
            <a:endParaRPr/>
          </a:p>
        </p:txBody>
      </p:sp>
      <p:sp>
        <p:nvSpPr>
          <p:cNvPr id="71" name="Google Shape;71;p9"/>
          <p:cNvSpPr txBox="1">
            <a:spLocks noGrp="1"/>
          </p:cNvSpPr>
          <p:nvPr>
            <p:ph type="subTitle" idx="1"/>
          </p:nvPr>
        </p:nvSpPr>
        <p:spPr>
          <a:xfrm>
            <a:off x="950967" y="4853400"/>
            <a:ext cx="6497200" cy="6040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sz="2133"/>
            </a:lvl1pPr>
            <a:lvl2pPr lvl="1" rtl="0">
              <a:lnSpc>
                <a:spcPct val="100000"/>
              </a:lnSpc>
              <a:spcBef>
                <a:spcPts val="0"/>
              </a:spcBef>
              <a:spcAft>
                <a:spcPts val="0"/>
              </a:spcAft>
              <a:buSzPts val="1200"/>
              <a:buNone/>
              <a:defRPr/>
            </a:lvl2pPr>
            <a:lvl3pPr lvl="2" rtl="0">
              <a:lnSpc>
                <a:spcPct val="100000"/>
              </a:lnSpc>
              <a:spcBef>
                <a:spcPts val="0"/>
              </a:spcBef>
              <a:spcAft>
                <a:spcPts val="0"/>
              </a:spcAft>
              <a:buSzPts val="1200"/>
              <a:buNone/>
              <a:defRPr/>
            </a:lvl3pPr>
            <a:lvl4pPr lvl="3" rtl="0">
              <a:lnSpc>
                <a:spcPct val="100000"/>
              </a:lnSpc>
              <a:spcBef>
                <a:spcPts val="0"/>
              </a:spcBef>
              <a:spcAft>
                <a:spcPts val="0"/>
              </a:spcAft>
              <a:buSzPts val="1200"/>
              <a:buNone/>
              <a:defRPr/>
            </a:lvl4pPr>
            <a:lvl5pPr lvl="4" rtl="0">
              <a:lnSpc>
                <a:spcPct val="100000"/>
              </a:lnSpc>
              <a:spcBef>
                <a:spcPts val="0"/>
              </a:spcBef>
              <a:spcAft>
                <a:spcPts val="0"/>
              </a:spcAft>
              <a:buSzPts val="1200"/>
              <a:buNone/>
              <a:defRPr/>
            </a:lvl5pPr>
            <a:lvl6pPr lvl="5" rtl="0">
              <a:lnSpc>
                <a:spcPct val="100000"/>
              </a:lnSpc>
              <a:spcBef>
                <a:spcPts val="0"/>
              </a:spcBef>
              <a:spcAft>
                <a:spcPts val="0"/>
              </a:spcAft>
              <a:buSzPts val="1200"/>
              <a:buNone/>
              <a:defRPr/>
            </a:lvl6pPr>
            <a:lvl7pPr lvl="6" rtl="0">
              <a:lnSpc>
                <a:spcPct val="100000"/>
              </a:lnSpc>
              <a:spcBef>
                <a:spcPts val="0"/>
              </a:spcBef>
              <a:spcAft>
                <a:spcPts val="0"/>
              </a:spcAft>
              <a:buSzPts val="1200"/>
              <a:buNone/>
              <a:defRPr/>
            </a:lvl7pPr>
            <a:lvl8pPr lvl="7" rtl="0">
              <a:lnSpc>
                <a:spcPct val="100000"/>
              </a:lnSpc>
              <a:spcBef>
                <a:spcPts val="0"/>
              </a:spcBef>
              <a:spcAft>
                <a:spcPts val="0"/>
              </a:spcAft>
              <a:buSzPts val="1200"/>
              <a:buNone/>
              <a:defRPr/>
            </a:lvl8pPr>
            <a:lvl9pPr lvl="8" rtl="0">
              <a:lnSpc>
                <a:spcPct val="100000"/>
              </a:lnSpc>
              <a:spcBef>
                <a:spcPts val="0"/>
              </a:spcBef>
              <a:spcAft>
                <a:spcPts val="0"/>
              </a:spcAft>
              <a:buSzPts val="1200"/>
              <a:buNone/>
              <a:defRPr/>
            </a:lvl9pPr>
          </a:lstStyle>
          <a:p>
            <a:r>
              <a:rPr lang="en-US"/>
              <a:t>Click to edit Master subtitle style</a:t>
            </a:r>
            <a:endParaRPr/>
          </a:p>
        </p:txBody>
      </p:sp>
    </p:spTree>
    <p:extLst>
      <p:ext uri="{BB962C8B-B14F-4D97-AF65-F5344CB8AC3E}">
        <p14:creationId xmlns:p14="http://schemas.microsoft.com/office/powerpoint/2010/main" val="28950567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
    <p:spTree>
      <p:nvGrpSpPr>
        <p:cNvPr id="1" name="Shape 72"/>
        <p:cNvGrpSpPr/>
        <p:nvPr/>
      </p:nvGrpSpPr>
      <p:grpSpPr>
        <a:xfrm>
          <a:off x="0" y="0"/>
          <a:ext cx="0" cy="0"/>
          <a:chOff x="0" y="0"/>
          <a:chExt cx="0" cy="0"/>
        </a:xfrm>
      </p:grpSpPr>
      <p:sp>
        <p:nvSpPr>
          <p:cNvPr id="73" name="Google Shape;73;p10"/>
          <p:cNvSpPr>
            <a:spLocks noGrp="1"/>
          </p:cNvSpPr>
          <p:nvPr>
            <p:ph type="pic" idx="2"/>
          </p:nvPr>
        </p:nvSpPr>
        <p:spPr>
          <a:xfrm>
            <a:off x="0" y="0"/>
            <a:ext cx="12192000" cy="6858000"/>
          </a:xfrm>
          <a:prstGeom prst="rect">
            <a:avLst/>
          </a:prstGeom>
          <a:noFill/>
          <a:ln>
            <a:noFill/>
          </a:ln>
        </p:spPr>
      </p:sp>
      <p:sp>
        <p:nvSpPr>
          <p:cNvPr id="74" name="Google Shape;74;p10"/>
          <p:cNvSpPr txBox="1">
            <a:spLocks noGrp="1"/>
          </p:cNvSpPr>
          <p:nvPr>
            <p:ph type="title"/>
          </p:nvPr>
        </p:nvSpPr>
        <p:spPr>
          <a:xfrm>
            <a:off x="960000" y="5352600"/>
            <a:ext cx="7617600" cy="763600"/>
          </a:xfrm>
          <a:prstGeom prst="rect">
            <a:avLst/>
          </a:prstGeom>
          <a:solidFill>
            <a:schemeClr val="dk2"/>
          </a:solidFill>
        </p:spPr>
        <p:txBody>
          <a:bodyPr spcFirstLastPara="1" wrap="square" lIns="91425" tIns="91425" rIns="91425" bIns="91425" anchor="ctr" anchorCtr="0">
            <a:noAutofit/>
          </a:bodyPr>
          <a:lstStyle>
            <a:lvl1pPr lvl="0" rtl="0">
              <a:spcBef>
                <a:spcPts val="0"/>
              </a:spcBef>
              <a:spcAft>
                <a:spcPts val="0"/>
              </a:spcAft>
              <a:buSzPts val="3000"/>
              <a:buNone/>
              <a:defRPr/>
            </a:lvl1pPr>
            <a:lvl2pPr lvl="1" algn="ctr" rtl="0">
              <a:spcBef>
                <a:spcPts val="0"/>
              </a:spcBef>
              <a:spcAft>
                <a:spcPts val="0"/>
              </a:spcAft>
              <a:buSzPts val="3000"/>
              <a:buNone/>
              <a:defRPr/>
            </a:lvl2pPr>
            <a:lvl3pPr lvl="2" algn="ctr" rtl="0">
              <a:spcBef>
                <a:spcPts val="0"/>
              </a:spcBef>
              <a:spcAft>
                <a:spcPts val="0"/>
              </a:spcAft>
              <a:buSzPts val="3000"/>
              <a:buNone/>
              <a:defRPr/>
            </a:lvl3pPr>
            <a:lvl4pPr lvl="3" algn="ctr" rtl="0">
              <a:spcBef>
                <a:spcPts val="0"/>
              </a:spcBef>
              <a:spcAft>
                <a:spcPts val="0"/>
              </a:spcAft>
              <a:buSzPts val="3000"/>
              <a:buNone/>
              <a:defRPr/>
            </a:lvl4pPr>
            <a:lvl5pPr lvl="4" algn="ctr" rtl="0">
              <a:spcBef>
                <a:spcPts val="0"/>
              </a:spcBef>
              <a:spcAft>
                <a:spcPts val="0"/>
              </a:spcAft>
              <a:buSzPts val="3000"/>
              <a:buNone/>
              <a:defRPr/>
            </a:lvl5pPr>
            <a:lvl6pPr lvl="5" algn="ctr" rtl="0">
              <a:spcBef>
                <a:spcPts val="0"/>
              </a:spcBef>
              <a:spcAft>
                <a:spcPts val="0"/>
              </a:spcAft>
              <a:buSzPts val="3000"/>
              <a:buNone/>
              <a:defRPr/>
            </a:lvl6pPr>
            <a:lvl7pPr lvl="6" algn="ctr" rtl="0">
              <a:spcBef>
                <a:spcPts val="0"/>
              </a:spcBef>
              <a:spcAft>
                <a:spcPts val="0"/>
              </a:spcAft>
              <a:buSzPts val="3000"/>
              <a:buNone/>
              <a:defRPr/>
            </a:lvl7pPr>
            <a:lvl8pPr lvl="7" algn="ctr" rtl="0">
              <a:spcBef>
                <a:spcPts val="0"/>
              </a:spcBef>
              <a:spcAft>
                <a:spcPts val="0"/>
              </a:spcAft>
              <a:buSzPts val="3000"/>
              <a:buNone/>
              <a:defRPr/>
            </a:lvl8pPr>
            <a:lvl9pPr lvl="8" algn="ctr" rtl="0">
              <a:spcBef>
                <a:spcPts val="0"/>
              </a:spcBef>
              <a:spcAft>
                <a:spcPts val="0"/>
              </a:spcAft>
              <a:buSzPts val="3000"/>
              <a:buNone/>
              <a:defRPr/>
            </a:lvl9pPr>
          </a:lstStyle>
          <a:p>
            <a:r>
              <a:rPr lang="en-US"/>
              <a:t>Click to edit Master title style</a:t>
            </a:r>
            <a:endParaRPr/>
          </a:p>
        </p:txBody>
      </p:sp>
      <p:grpSp>
        <p:nvGrpSpPr>
          <p:cNvPr id="75" name="Google Shape;75;p10"/>
          <p:cNvGrpSpPr/>
          <p:nvPr/>
        </p:nvGrpSpPr>
        <p:grpSpPr>
          <a:xfrm>
            <a:off x="0" y="5"/>
            <a:ext cx="12192005" cy="6857995"/>
            <a:chOff x="0" y="4"/>
            <a:chExt cx="9144004" cy="5143496"/>
          </a:xfrm>
        </p:grpSpPr>
        <p:pic>
          <p:nvPicPr>
            <p:cNvPr id="76" name="Google Shape;76;p10"/>
            <p:cNvPicPr preferRelativeResize="0"/>
            <p:nvPr/>
          </p:nvPicPr>
          <p:blipFill>
            <a:blip r:embed="rId2">
              <a:alphaModFix/>
            </a:blip>
            <a:stretch>
              <a:fillRect/>
            </a:stretch>
          </p:blipFill>
          <p:spPr>
            <a:xfrm rot="-5400000">
              <a:off x="-564975" y="1487975"/>
              <a:ext cx="4220500" cy="3090550"/>
            </a:xfrm>
            <a:prstGeom prst="rect">
              <a:avLst/>
            </a:prstGeom>
            <a:noFill/>
            <a:ln>
              <a:noFill/>
            </a:ln>
          </p:spPr>
        </p:pic>
        <p:pic>
          <p:nvPicPr>
            <p:cNvPr id="77" name="Google Shape;77;p10"/>
            <p:cNvPicPr preferRelativeResize="0"/>
            <p:nvPr/>
          </p:nvPicPr>
          <p:blipFill>
            <a:blip r:embed="rId3">
              <a:alphaModFix/>
            </a:blip>
            <a:stretch>
              <a:fillRect/>
            </a:stretch>
          </p:blipFill>
          <p:spPr>
            <a:xfrm rot="-5400000">
              <a:off x="6335799" y="-429125"/>
              <a:ext cx="2379077" cy="3237334"/>
            </a:xfrm>
            <a:prstGeom prst="rect">
              <a:avLst/>
            </a:prstGeom>
            <a:noFill/>
            <a:ln>
              <a:noFill/>
            </a:ln>
          </p:spPr>
        </p:pic>
      </p:grpSp>
      <p:grpSp>
        <p:nvGrpSpPr>
          <p:cNvPr id="78" name="Google Shape;78;p10"/>
          <p:cNvGrpSpPr/>
          <p:nvPr/>
        </p:nvGrpSpPr>
        <p:grpSpPr>
          <a:xfrm>
            <a:off x="-1194974" y="-3367159"/>
            <a:ext cx="15604892" cy="13628776"/>
            <a:chOff x="-896231" y="-2525369"/>
            <a:chExt cx="11703669" cy="10221582"/>
          </a:xfrm>
        </p:grpSpPr>
        <p:grpSp>
          <p:nvGrpSpPr>
            <p:cNvPr id="79" name="Google Shape;79;p10"/>
            <p:cNvGrpSpPr/>
            <p:nvPr/>
          </p:nvGrpSpPr>
          <p:grpSpPr>
            <a:xfrm rot="-10539848" flipH="1">
              <a:off x="6108563" y="4049075"/>
              <a:ext cx="4573901" cy="3479217"/>
              <a:chOff x="1522650" y="1117750"/>
              <a:chExt cx="4574075" cy="3479350"/>
            </a:xfrm>
          </p:grpSpPr>
          <p:sp>
            <p:nvSpPr>
              <p:cNvPr id="80" name="Google Shape;80;p10"/>
              <p:cNvSpPr/>
              <p:nvPr/>
            </p:nvSpPr>
            <p:spPr>
              <a:xfrm>
                <a:off x="2305900" y="1117750"/>
                <a:ext cx="3790825" cy="3217100"/>
              </a:xfrm>
              <a:custGeom>
                <a:avLst/>
                <a:gdLst/>
                <a:ahLst/>
                <a:cxnLst/>
                <a:rect l="l" t="t" r="r" b="b"/>
                <a:pathLst>
                  <a:path w="151633" h="128684" extrusionOk="0">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1" name="Google Shape;81;p10"/>
              <p:cNvSpPr/>
              <p:nvPr/>
            </p:nvSpPr>
            <p:spPr>
              <a:xfrm>
                <a:off x="1522650" y="3538750"/>
                <a:ext cx="2417375" cy="1058350"/>
              </a:xfrm>
              <a:custGeom>
                <a:avLst/>
                <a:gdLst/>
                <a:ahLst/>
                <a:cxnLst/>
                <a:rect l="l" t="t" r="r" b="b"/>
                <a:pathLst>
                  <a:path w="96695" h="42334" extrusionOk="0">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82" name="Google Shape;82;p10"/>
            <p:cNvGrpSpPr/>
            <p:nvPr/>
          </p:nvGrpSpPr>
          <p:grpSpPr>
            <a:xfrm>
              <a:off x="-896231" y="-2525369"/>
              <a:ext cx="4573618" cy="3479002"/>
              <a:chOff x="1522650" y="1117750"/>
              <a:chExt cx="4574075" cy="3479350"/>
            </a:xfrm>
          </p:grpSpPr>
          <p:sp>
            <p:nvSpPr>
              <p:cNvPr id="83" name="Google Shape;83;p10"/>
              <p:cNvSpPr/>
              <p:nvPr/>
            </p:nvSpPr>
            <p:spPr>
              <a:xfrm>
                <a:off x="2305900" y="1117750"/>
                <a:ext cx="3790825" cy="3217100"/>
              </a:xfrm>
              <a:custGeom>
                <a:avLst/>
                <a:gdLst/>
                <a:ahLst/>
                <a:cxnLst/>
                <a:rect l="l" t="t" r="r" b="b"/>
                <a:pathLst>
                  <a:path w="151633" h="128684" extrusionOk="0">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4" name="Google Shape;84;p10"/>
              <p:cNvSpPr/>
              <p:nvPr/>
            </p:nvSpPr>
            <p:spPr>
              <a:xfrm>
                <a:off x="1522650" y="3538750"/>
                <a:ext cx="2417375" cy="1058350"/>
              </a:xfrm>
              <a:custGeom>
                <a:avLst/>
                <a:gdLst/>
                <a:ahLst/>
                <a:cxnLst/>
                <a:rect l="l" t="t" r="r" b="b"/>
                <a:pathLst>
                  <a:path w="96695" h="42334" extrusionOk="0">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spTree>
    <p:extLst>
      <p:ext uri="{BB962C8B-B14F-4D97-AF65-F5344CB8AC3E}">
        <p14:creationId xmlns:p14="http://schemas.microsoft.com/office/powerpoint/2010/main" val="68086116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 number">
    <p:spTree>
      <p:nvGrpSpPr>
        <p:cNvPr id="1" name="Shape 85"/>
        <p:cNvGrpSpPr/>
        <p:nvPr/>
      </p:nvGrpSpPr>
      <p:grpSpPr>
        <a:xfrm>
          <a:off x="0" y="0"/>
          <a:ext cx="0" cy="0"/>
          <a:chOff x="0" y="0"/>
          <a:chExt cx="0" cy="0"/>
        </a:xfrm>
      </p:grpSpPr>
      <p:sp>
        <p:nvSpPr>
          <p:cNvPr id="86" name="Google Shape;86;p11"/>
          <p:cNvSpPr txBox="1">
            <a:spLocks noGrp="1"/>
          </p:cNvSpPr>
          <p:nvPr>
            <p:ph type="title" hasCustomPrompt="1"/>
          </p:nvPr>
        </p:nvSpPr>
        <p:spPr>
          <a:xfrm>
            <a:off x="5435133" y="3061867"/>
            <a:ext cx="5124400" cy="1446800"/>
          </a:xfrm>
          <a:prstGeom prst="rect">
            <a:avLst/>
          </a:prstGeom>
          <a:solidFill>
            <a:schemeClr val="dk2"/>
          </a:solidFill>
        </p:spPr>
        <p:txBody>
          <a:bodyPr spcFirstLastPara="1" wrap="square" lIns="91425" tIns="91425" rIns="91425" bIns="91425" anchor="ctr" anchorCtr="0">
            <a:noAutofit/>
          </a:bodyPr>
          <a:lstStyle>
            <a:lvl1pPr lvl="0">
              <a:spcBef>
                <a:spcPts val="0"/>
              </a:spcBef>
              <a:spcAft>
                <a:spcPts val="0"/>
              </a:spcAft>
              <a:buSzPts val="9600"/>
              <a:buNone/>
              <a:defRPr sz="8000"/>
            </a:lvl1pPr>
            <a:lvl2pPr lvl="1" algn="ctr">
              <a:spcBef>
                <a:spcPts val="0"/>
              </a:spcBef>
              <a:spcAft>
                <a:spcPts val="0"/>
              </a:spcAft>
              <a:buSzPts val="9600"/>
              <a:buNone/>
              <a:defRPr sz="12800"/>
            </a:lvl2pPr>
            <a:lvl3pPr lvl="2" algn="ctr">
              <a:spcBef>
                <a:spcPts val="0"/>
              </a:spcBef>
              <a:spcAft>
                <a:spcPts val="0"/>
              </a:spcAft>
              <a:buSzPts val="9600"/>
              <a:buNone/>
              <a:defRPr sz="12800"/>
            </a:lvl3pPr>
            <a:lvl4pPr lvl="3" algn="ctr">
              <a:spcBef>
                <a:spcPts val="0"/>
              </a:spcBef>
              <a:spcAft>
                <a:spcPts val="0"/>
              </a:spcAft>
              <a:buSzPts val="9600"/>
              <a:buNone/>
              <a:defRPr sz="12800"/>
            </a:lvl4pPr>
            <a:lvl5pPr lvl="4" algn="ctr">
              <a:spcBef>
                <a:spcPts val="0"/>
              </a:spcBef>
              <a:spcAft>
                <a:spcPts val="0"/>
              </a:spcAft>
              <a:buSzPts val="9600"/>
              <a:buNone/>
              <a:defRPr sz="12800"/>
            </a:lvl5pPr>
            <a:lvl6pPr lvl="5" algn="ctr">
              <a:spcBef>
                <a:spcPts val="0"/>
              </a:spcBef>
              <a:spcAft>
                <a:spcPts val="0"/>
              </a:spcAft>
              <a:buSzPts val="9600"/>
              <a:buNone/>
              <a:defRPr sz="12800"/>
            </a:lvl6pPr>
            <a:lvl7pPr lvl="6" algn="ctr">
              <a:spcBef>
                <a:spcPts val="0"/>
              </a:spcBef>
              <a:spcAft>
                <a:spcPts val="0"/>
              </a:spcAft>
              <a:buSzPts val="9600"/>
              <a:buNone/>
              <a:defRPr sz="12800"/>
            </a:lvl7pPr>
            <a:lvl8pPr lvl="7" algn="ctr">
              <a:spcBef>
                <a:spcPts val="0"/>
              </a:spcBef>
              <a:spcAft>
                <a:spcPts val="0"/>
              </a:spcAft>
              <a:buSzPts val="9600"/>
              <a:buNone/>
              <a:defRPr sz="12800"/>
            </a:lvl8pPr>
            <a:lvl9pPr lvl="8" algn="ctr">
              <a:spcBef>
                <a:spcPts val="0"/>
              </a:spcBef>
              <a:spcAft>
                <a:spcPts val="0"/>
              </a:spcAft>
              <a:buSzPts val="9600"/>
              <a:buNone/>
              <a:defRPr sz="12800"/>
            </a:lvl9pPr>
          </a:lstStyle>
          <a:p>
            <a:r>
              <a:t>xx%</a:t>
            </a:r>
          </a:p>
        </p:txBody>
      </p:sp>
      <p:sp>
        <p:nvSpPr>
          <p:cNvPr id="87" name="Google Shape;87;p11"/>
          <p:cNvSpPr txBox="1">
            <a:spLocks noGrp="1"/>
          </p:cNvSpPr>
          <p:nvPr>
            <p:ph type="subTitle" idx="1"/>
          </p:nvPr>
        </p:nvSpPr>
        <p:spPr>
          <a:xfrm>
            <a:off x="5435133" y="4568933"/>
            <a:ext cx="5124400" cy="662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600"/>
              <a:buNone/>
              <a:defRPr sz="2133"/>
            </a:lvl1pPr>
            <a:lvl2pPr lvl="1" algn="ctr" rtl="0">
              <a:lnSpc>
                <a:spcPct val="100000"/>
              </a:lnSpc>
              <a:spcBef>
                <a:spcPts val="0"/>
              </a:spcBef>
              <a:spcAft>
                <a:spcPts val="0"/>
              </a:spcAft>
              <a:buSzPts val="1600"/>
              <a:buNone/>
              <a:defRPr sz="2133"/>
            </a:lvl2pPr>
            <a:lvl3pPr lvl="2" algn="ctr" rtl="0">
              <a:lnSpc>
                <a:spcPct val="100000"/>
              </a:lnSpc>
              <a:spcBef>
                <a:spcPts val="0"/>
              </a:spcBef>
              <a:spcAft>
                <a:spcPts val="0"/>
              </a:spcAft>
              <a:buSzPts val="1600"/>
              <a:buNone/>
              <a:defRPr sz="2133"/>
            </a:lvl3pPr>
            <a:lvl4pPr lvl="3" algn="ctr" rtl="0">
              <a:lnSpc>
                <a:spcPct val="100000"/>
              </a:lnSpc>
              <a:spcBef>
                <a:spcPts val="0"/>
              </a:spcBef>
              <a:spcAft>
                <a:spcPts val="0"/>
              </a:spcAft>
              <a:buSzPts val="1600"/>
              <a:buNone/>
              <a:defRPr sz="2133"/>
            </a:lvl4pPr>
            <a:lvl5pPr lvl="4" algn="ctr" rtl="0">
              <a:lnSpc>
                <a:spcPct val="100000"/>
              </a:lnSpc>
              <a:spcBef>
                <a:spcPts val="0"/>
              </a:spcBef>
              <a:spcAft>
                <a:spcPts val="0"/>
              </a:spcAft>
              <a:buSzPts val="1600"/>
              <a:buNone/>
              <a:defRPr sz="2133"/>
            </a:lvl5pPr>
            <a:lvl6pPr lvl="5" algn="ctr" rtl="0">
              <a:lnSpc>
                <a:spcPct val="100000"/>
              </a:lnSpc>
              <a:spcBef>
                <a:spcPts val="0"/>
              </a:spcBef>
              <a:spcAft>
                <a:spcPts val="0"/>
              </a:spcAft>
              <a:buSzPts val="1600"/>
              <a:buNone/>
              <a:defRPr sz="2133"/>
            </a:lvl6pPr>
            <a:lvl7pPr lvl="6" algn="ctr" rtl="0">
              <a:lnSpc>
                <a:spcPct val="100000"/>
              </a:lnSpc>
              <a:spcBef>
                <a:spcPts val="0"/>
              </a:spcBef>
              <a:spcAft>
                <a:spcPts val="0"/>
              </a:spcAft>
              <a:buSzPts val="1600"/>
              <a:buNone/>
              <a:defRPr sz="2133"/>
            </a:lvl7pPr>
            <a:lvl8pPr lvl="7" algn="ctr" rtl="0">
              <a:lnSpc>
                <a:spcPct val="100000"/>
              </a:lnSpc>
              <a:spcBef>
                <a:spcPts val="0"/>
              </a:spcBef>
              <a:spcAft>
                <a:spcPts val="0"/>
              </a:spcAft>
              <a:buSzPts val="1600"/>
              <a:buNone/>
              <a:defRPr sz="2133"/>
            </a:lvl8pPr>
            <a:lvl9pPr lvl="8" algn="ctr" rtl="0">
              <a:lnSpc>
                <a:spcPct val="100000"/>
              </a:lnSpc>
              <a:spcBef>
                <a:spcPts val="0"/>
              </a:spcBef>
              <a:spcAft>
                <a:spcPts val="0"/>
              </a:spcAft>
              <a:buSzPts val="1600"/>
              <a:buNone/>
              <a:defRPr sz="2133"/>
            </a:lvl9pPr>
          </a:lstStyle>
          <a:p>
            <a:r>
              <a:rPr lang="en-US"/>
              <a:t>Click to edit Master subtitle style</a:t>
            </a:r>
            <a:endParaRPr/>
          </a:p>
        </p:txBody>
      </p:sp>
      <p:pic>
        <p:nvPicPr>
          <p:cNvPr id="88" name="Google Shape;88;p11"/>
          <p:cNvPicPr preferRelativeResize="0"/>
          <p:nvPr/>
        </p:nvPicPr>
        <p:blipFill>
          <a:blip r:embed="rId2">
            <a:alphaModFix/>
          </a:blip>
          <a:stretch>
            <a:fillRect/>
          </a:stretch>
        </p:blipFill>
        <p:spPr>
          <a:xfrm flipH="1">
            <a:off x="5888267" y="3848834"/>
            <a:ext cx="6303735" cy="3009167"/>
          </a:xfrm>
          <a:prstGeom prst="rect">
            <a:avLst/>
          </a:prstGeom>
          <a:noFill/>
          <a:ln>
            <a:noFill/>
          </a:ln>
        </p:spPr>
      </p:pic>
    </p:spTree>
    <p:extLst>
      <p:ext uri="{BB962C8B-B14F-4D97-AF65-F5344CB8AC3E}">
        <p14:creationId xmlns:p14="http://schemas.microsoft.com/office/powerpoint/2010/main" val="29539702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89"/>
        <p:cNvGrpSpPr/>
        <p:nvPr/>
      </p:nvGrpSpPr>
      <p:grpSpPr>
        <a:xfrm>
          <a:off x="0" y="0"/>
          <a:ext cx="0" cy="0"/>
          <a:chOff x="0" y="0"/>
          <a:chExt cx="0" cy="0"/>
        </a:xfrm>
      </p:grpSpPr>
    </p:spTree>
    <p:extLst>
      <p:ext uri="{BB962C8B-B14F-4D97-AF65-F5344CB8AC3E}">
        <p14:creationId xmlns:p14="http://schemas.microsoft.com/office/powerpoint/2010/main" val="228097263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able of contents">
  <p:cSld name="Table of contents">
    <p:spTree>
      <p:nvGrpSpPr>
        <p:cNvPr id="1" name="Shape 90"/>
        <p:cNvGrpSpPr/>
        <p:nvPr/>
      </p:nvGrpSpPr>
      <p:grpSpPr>
        <a:xfrm>
          <a:off x="0" y="0"/>
          <a:ext cx="0" cy="0"/>
          <a:chOff x="0" y="0"/>
          <a:chExt cx="0" cy="0"/>
        </a:xfrm>
      </p:grpSpPr>
      <p:sp>
        <p:nvSpPr>
          <p:cNvPr id="91" name="Google Shape;91;p13"/>
          <p:cNvSpPr txBox="1">
            <a:spLocks noGrp="1"/>
          </p:cNvSpPr>
          <p:nvPr>
            <p:ph type="title"/>
          </p:nvPr>
        </p:nvSpPr>
        <p:spPr>
          <a:xfrm>
            <a:off x="960000" y="593367"/>
            <a:ext cx="10272000" cy="7636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r>
              <a:rPr lang="en-US"/>
              <a:t>Click to edit Master title style</a:t>
            </a:r>
            <a:endParaRPr/>
          </a:p>
        </p:txBody>
      </p:sp>
      <p:sp>
        <p:nvSpPr>
          <p:cNvPr id="92" name="Google Shape;92;p13"/>
          <p:cNvSpPr txBox="1">
            <a:spLocks noGrp="1"/>
          </p:cNvSpPr>
          <p:nvPr>
            <p:ph type="title" idx="2" hasCustomPrompt="1"/>
          </p:nvPr>
        </p:nvSpPr>
        <p:spPr>
          <a:xfrm>
            <a:off x="960000" y="1974511"/>
            <a:ext cx="979600" cy="596800"/>
          </a:xfrm>
          <a:prstGeom prst="rect">
            <a:avLst/>
          </a:prstGeom>
          <a:solidFill>
            <a:schemeClr val="dk2"/>
          </a:solidFill>
        </p:spPr>
        <p:txBody>
          <a:bodyPr spcFirstLastPara="1" wrap="square" lIns="91425" tIns="91425" rIns="91425" bIns="91425" anchor="ctr" anchorCtr="0">
            <a:noAutofit/>
          </a:bodyPr>
          <a:lstStyle>
            <a:lvl1pPr lvl="0" rtl="0">
              <a:spcBef>
                <a:spcPts val="0"/>
              </a:spcBef>
              <a:spcAft>
                <a:spcPts val="0"/>
              </a:spcAft>
              <a:buSzPts val="3000"/>
              <a:buNone/>
              <a:defRPr sz="4000"/>
            </a:lvl1pPr>
            <a:lvl2pPr lvl="1" rtl="0">
              <a:spcBef>
                <a:spcPts val="0"/>
              </a:spcBef>
              <a:spcAft>
                <a:spcPts val="0"/>
              </a:spcAft>
              <a:buSzPts val="3000"/>
              <a:buNone/>
              <a:defRPr sz="4000"/>
            </a:lvl2pPr>
            <a:lvl3pPr lvl="2" rtl="0">
              <a:spcBef>
                <a:spcPts val="0"/>
              </a:spcBef>
              <a:spcAft>
                <a:spcPts val="0"/>
              </a:spcAft>
              <a:buSzPts val="3000"/>
              <a:buNone/>
              <a:defRPr sz="4000"/>
            </a:lvl3pPr>
            <a:lvl4pPr lvl="3" rtl="0">
              <a:spcBef>
                <a:spcPts val="0"/>
              </a:spcBef>
              <a:spcAft>
                <a:spcPts val="0"/>
              </a:spcAft>
              <a:buSzPts val="3000"/>
              <a:buNone/>
              <a:defRPr sz="4000"/>
            </a:lvl4pPr>
            <a:lvl5pPr lvl="4" rtl="0">
              <a:spcBef>
                <a:spcPts val="0"/>
              </a:spcBef>
              <a:spcAft>
                <a:spcPts val="0"/>
              </a:spcAft>
              <a:buSzPts val="3000"/>
              <a:buNone/>
              <a:defRPr sz="4000"/>
            </a:lvl5pPr>
            <a:lvl6pPr lvl="5" rtl="0">
              <a:spcBef>
                <a:spcPts val="0"/>
              </a:spcBef>
              <a:spcAft>
                <a:spcPts val="0"/>
              </a:spcAft>
              <a:buSzPts val="3000"/>
              <a:buNone/>
              <a:defRPr sz="4000"/>
            </a:lvl6pPr>
            <a:lvl7pPr lvl="6" rtl="0">
              <a:spcBef>
                <a:spcPts val="0"/>
              </a:spcBef>
              <a:spcAft>
                <a:spcPts val="0"/>
              </a:spcAft>
              <a:buSzPts val="3000"/>
              <a:buNone/>
              <a:defRPr sz="4000"/>
            </a:lvl7pPr>
            <a:lvl8pPr lvl="7" rtl="0">
              <a:spcBef>
                <a:spcPts val="0"/>
              </a:spcBef>
              <a:spcAft>
                <a:spcPts val="0"/>
              </a:spcAft>
              <a:buSzPts val="3000"/>
              <a:buNone/>
              <a:defRPr sz="4000"/>
            </a:lvl8pPr>
            <a:lvl9pPr lvl="8" rtl="0">
              <a:spcBef>
                <a:spcPts val="0"/>
              </a:spcBef>
              <a:spcAft>
                <a:spcPts val="0"/>
              </a:spcAft>
              <a:buSzPts val="3000"/>
              <a:buNone/>
              <a:defRPr sz="4000"/>
            </a:lvl9pPr>
          </a:lstStyle>
          <a:p>
            <a:r>
              <a:t>xx%</a:t>
            </a:r>
          </a:p>
        </p:txBody>
      </p:sp>
      <p:sp>
        <p:nvSpPr>
          <p:cNvPr id="93" name="Google Shape;93;p13"/>
          <p:cNvSpPr txBox="1">
            <a:spLocks noGrp="1"/>
          </p:cNvSpPr>
          <p:nvPr>
            <p:ph type="title" idx="3" hasCustomPrompt="1"/>
          </p:nvPr>
        </p:nvSpPr>
        <p:spPr>
          <a:xfrm>
            <a:off x="960000" y="3987321"/>
            <a:ext cx="979600" cy="596800"/>
          </a:xfrm>
          <a:prstGeom prst="rect">
            <a:avLst/>
          </a:prstGeom>
          <a:solidFill>
            <a:schemeClr val="dk2"/>
          </a:solidFill>
        </p:spPr>
        <p:txBody>
          <a:bodyPr spcFirstLastPara="1" wrap="square" lIns="91425" tIns="91425" rIns="91425" bIns="91425" anchor="ctr" anchorCtr="0">
            <a:noAutofit/>
          </a:bodyPr>
          <a:lstStyle>
            <a:lvl1pPr lvl="0" rtl="0">
              <a:spcBef>
                <a:spcPts val="0"/>
              </a:spcBef>
              <a:spcAft>
                <a:spcPts val="0"/>
              </a:spcAft>
              <a:buSzPts val="3000"/>
              <a:buNone/>
              <a:defRPr sz="4000"/>
            </a:lvl1pPr>
            <a:lvl2pPr lvl="1" rtl="0">
              <a:spcBef>
                <a:spcPts val="0"/>
              </a:spcBef>
              <a:spcAft>
                <a:spcPts val="0"/>
              </a:spcAft>
              <a:buSzPts val="3000"/>
              <a:buNone/>
              <a:defRPr sz="4000"/>
            </a:lvl2pPr>
            <a:lvl3pPr lvl="2" rtl="0">
              <a:spcBef>
                <a:spcPts val="0"/>
              </a:spcBef>
              <a:spcAft>
                <a:spcPts val="0"/>
              </a:spcAft>
              <a:buSzPts val="3000"/>
              <a:buNone/>
              <a:defRPr sz="4000"/>
            </a:lvl3pPr>
            <a:lvl4pPr lvl="3" rtl="0">
              <a:spcBef>
                <a:spcPts val="0"/>
              </a:spcBef>
              <a:spcAft>
                <a:spcPts val="0"/>
              </a:spcAft>
              <a:buSzPts val="3000"/>
              <a:buNone/>
              <a:defRPr sz="4000"/>
            </a:lvl4pPr>
            <a:lvl5pPr lvl="4" rtl="0">
              <a:spcBef>
                <a:spcPts val="0"/>
              </a:spcBef>
              <a:spcAft>
                <a:spcPts val="0"/>
              </a:spcAft>
              <a:buSzPts val="3000"/>
              <a:buNone/>
              <a:defRPr sz="4000"/>
            </a:lvl5pPr>
            <a:lvl6pPr lvl="5" rtl="0">
              <a:spcBef>
                <a:spcPts val="0"/>
              </a:spcBef>
              <a:spcAft>
                <a:spcPts val="0"/>
              </a:spcAft>
              <a:buSzPts val="3000"/>
              <a:buNone/>
              <a:defRPr sz="4000"/>
            </a:lvl6pPr>
            <a:lvl7pPr lvl="6" rtl="0">
              <a:spcBef>
                <a:spcPts val="0"/>
              </a:spcBef>
              <a:spcAft>
                <a:spcPts val="0"/>
              </a:spcAft>
              <a:buSzPts val="3000"/>
              <a:buNone/>
              <a:defRPr sz="4000"/>
            </a:lvl7pPr>
            <a:lvl8pPr lvl="7" rtl="0">
              <a:spcBef>
                <a:spcPts val="0"/>
              </a:spcBef>
              <a:spcAft>
                <a:spcPts val="0"/>
              </a:spcAft>
              <a:buSzPts val="3000"/>
              <a:buNone/>
              <a:defRPr sz="4000"/>
            </a:lvl8pPr>
            <a:lvl9pPr lvl="8" rtl="0">
              <a:spcBef>
                <a:spcPts val="0"/>
              </a:spcBef>
              <a:spcAft>
                <a:spcPts val="0"/>
              </a:spcAft>
              <a:buSzPts val="3000"/>
              <a:buNone/>
              <a:defRPr sz="4000"/>
            </a:lvl9pPr>
          </a:lstStyle>
          <a:p>
            <a:r>
              <a:t>xx%</a:t>
            </a:r>
          </a:p>
        </p:txBody>
      </p:sp>
      <p:sp>
        <p:nvSpPr>
          <p:cNvPr id="94" name="Google Shape;94;p13"/>
          <p:cNvSpPr txBox="1">
            <a:spLocks noGrp="1"/>
          </p:cNvSpPr>
          <p:nvPr>
            <p:ph type="title" idx="4" hasCustomPrompt="1"/>
          </p:nvPr>
        </p:nvSpPr>
        <p:spPr>
          <a:xfrm>
            <a:off x="4408000" y="1974511"/>
            <a:ext cx="979600" cy="596800"/>
          </a:xfrm>
          <a:prstGeom prst="rect">
            <a:avLst/>
          </a:prstGeom>
          <a:solidFill>
            <a:schemeClr val="dk2"/>
          </a:solidFill>
        </p:spPr>
        <p:txBody>
          <a:bodyPr spcFirstLastPara="1" wrap="square" lIns="91425" tIns="91425" rIns="91425" bIns="91425" anchor="ctr" anchorCtr="0">
            <a:noAutofit/>
          </a:bodyPr>
          <a:lstStyle>
            <a:lvl1pPr lvl="0" rtl="0">
              <a:spcBef>
                <a:spcPts val="0"/>
              </a:spcBef>
              <a:spcAft>
                <a:spcPts val="0"/>
              </a:spcAft>
              <a:buSzPts val="3000"/>
              <a:buNone/>
              <a:defRPr sz="4000"/>
            </a:lvl1pPr>
            <a:lvl2pPr lvl="1" rtl="0">
              <a:spcBef>
                <a:spcPts val="0"/>
              </a:spcBef>
              <a:spcAft>
                <a:spcPts val="0"/>
              </a:spcAft>
              <a:buSzPts val="3000"/>
              <a:buNone/>
              <a:defRPr sz="4000"/>
            </a:lvl2pPr>
            <a:lvl3pPr lvl="2" rtl="0">
              <a:spcBef>
                <a:spcPts val="0"/>
              </a:spcBef>
              <a:spcAft>
                <a:spcPts val="0"/>
              </a:spcAft>
              <a:buSzPts val="3000"/>
              <a:buNone/>
              <a:defRPr sz="4000"/>
            </a:lvl3pPr>
            <a:lvl4pPr lvl="3" rtl="0">
              <a:spcBef>
                <a:spcPts val="0"/>
              </a:spcBef>
              <a:spcAft>
                <a:spcPts val="0"/>
              </a:spcAft>
              <a:buSzPts val="3000"/>
              <a:buNone/>
              <a:defRPr sz="4000"/>
            </a:lvl4pPr>
            <a:lvl5pPr lvl="4" rtl="0">
              <a:spcBef>
                <a:spcPts val="0"/>
              </a:spcBef>
              <a:spcAft>
                <a:spcPts val="0"/>
              </a:spcAft>
              <a:buSzPts val="3000"/>
              <a:buNone/>
              <a:defRPr sz="4000"/>
            </a:lvl5pPr>
            <a:lvl6pPr lvl="5" rtl="0">
              <a:spcBef>
                <a:spcPts val="0"/>
              </a:spcBef>
              <a:spcAft>
                <a:spcPts val="0"/>
              </a:spcAft>
              <a:buSzPts val="3000"/>
              <a:buNone/>
              <a:defRPr sz="4000"/>
            </a:lvl6pPr>
            <a:lvl7pPr lvl="6" rtl="0">
              <a:spcBef>
                <a:spcPts val="0"/>
              </a:spcBef>
              <a:spcAft>
                <a:spcPts val="0"/>
              </a:spcAft>
              <a:buSzPts val="3000"/>
              <a:buNone/>
              <a:defRPr sz="4000"/>
            </a:lvl7pPr>
            <a:lvl8pPr lvl="7" rtl="0">
              <a:spcBef>
                <a:spcPts val="0"/>
              </a:spcBef>
              <a:spcAft>
                <a:spcPts val="0"/>
              </a:spcAft>
              <a:buSzPts val="3000"/>
              <a:buNone/>
              <a:defRPr sz="4000"/>
            </a:lvl8pPr>
            <a:lvl9pPr lvl="8" rtl="0">
              <a:spcBef>
                <a:spcPts val="0"/>
              </a:spcBef>
              <a:spcAft>
                <a:spcPts val="0"/>
              </a:spcAft>
              <a:buSzPts val="3000"/>
              <a:buNone/>
              <a:defRPr sz="4000"/>
            </a:lvl9pPr>
          </a:lstStyle>
          <a:p>
            <a:r>
              <a:t>xx%</a:t>
            </a:r>
          </a:p>
        </p:txBody>
      </p:sp>
      <p:sp>
        <p:nvSpPr>
          <p:cNvPr id="95" name="Google Shape;95;p13"/>
          <p:cNvSpPr txBox="1">
            <a:spLocks noGrp="1"/>
          </p:cNvSpPr>
          <p:nvPr>
            <p:ph type="title" idx="5" hasCustomPrompt="1"/>
          </p:nvPr>
        </p:nvSpPr>
        <p:spPr>
          <a:xfrm>
            <a:off x="4408000" y="3987321"/>
            <a:ext cx="979600" cy="596800"/>
          </a:xfrm>
          <a:prstGeom prst="rect">
            <a:avLst/>
          </a:prstGeom>
          <a:solidFill>
            <a:schemeClr val="dk2"/>
          </a:solidFill>
        </p:spPr>
        <p:txBody>
          <a:bodyPr spcFirstLastPara="1" wrap="square" lIns="91425" tIns="91425" rIns="91425" bIns="91425" anchor="ctr" anchorCtr="0">
            <a:noAutofit/>
          </a:bodyPr>
          <a:lstStyle>
            <a:lvl1pPr lvl="0" rtl="0">
              <a:spcBef>
                <a:spcPts val="0"/>
              </a:spcBef>
              <a:spcAft>
                <a:spcPts val="0"/>
              </a:spcAft>
              <a:buSzPts val="3000"/>
              <a:buNone/>
              <a:defRPr sz="4000"/>
            </a:lvl1pPr>
            <a:lvl2pPr lvl="1" rtl="0">
              <a:spcBef>
                <a:spcPts val="0"/>
              </a:spcBef>
              <a:spcAft>
                <a:spcPts val="0"/>
              </a:spcAft>
              <a:buSzPts val="3000"/>
              <a:buNone/>
              <a:defRPr sz="4000"/>
            </a:lvl2pPr>
            <a:lvl3pPr lvl="2" rtl="0">
              <a:spcBef>
                <a:spcPts val="0"/>
              </a:spcBef>
              <a:spcAft>
                <a:spcPts val="0"/>
              </a:spcAft>
              <a:buSzPts val="3000"/>
              <a:buNone/>
              <a:defRPr sz="4000"/>
            </a:lvl3pPr>
            <a:lvl4pPr lvl="3" rtl="0">
              <a:spcBef>
                <a:spcPts val="0"/>
              </a:spcBef>
              <a:spcAft>
                <a:spcPts val="0"/>
              </a:spcAft>
              <a:buSzPts val="3000"/>
              <a:buNone/>
              <a:defRPr sz="4000"/>
            </a:lvl4pPr>
            <a:lvl5pPr lvl="4" rtl="0">
              <a:spcBef>
                <a:spcPts val="0"/>
              </a:spcBef>
              <a:spcAft>
                <a:spcPts val="0"/>
              </a:spcAft>
              <a:buSzPts val="3000"/>
              <a:buNone/>
              <a:defRPr sz="4000"/>
            </a:lvl5pPr>
            <a:lvl6pPr lvl="5" rtl="0">
              <a:spcBef>
                <a:spcPts val="0"/>
              </a:spcBef>
              <a:spcAft>
                <a:spcPts val="0"/>
              </a:spcAft>
              <a:buSzPts val="3000"/>
              <a:buNone/>
              <a:defRPr sz="4000"/>
            </a:lvl6pPr>
            <a:lvl7pPr lvl="6" rtl="0">
              <a:spcBef>
                <a:spcPts val="0"/>
              </a:spcBef>
              <a:spcAft>
                <a:spcPts val="0"/>
              </a:spcAft>
              <a:buSzPts val="3000"/>
              <a:buNone/>
              <a:defRPr sz="4000"/>
            </a:lvl7pPr>
            <a:lvl8pPr lvl="7" rtl="0">
              <a:spcBef>
                <a:spcPts val="0"/>
              </a:spcBef>
              <a:spcAft>
                <a:spcPts val="0"/>
              </a:spcAft>
              <a:buSzPts val="3000"/>
              <a:buNone/>
              <a:defRPr sz="4000"/>
            </a:lvl8pPr>
            <a:lvl9pPr lvl="8" rtl="0">
              <a:spcBef>
                <a:spcPts val="0"/>
              </a:spcBef>
              <a:spcAft>
                <a:spcPts val="0"/>
              </a:spcAft>
              <a:buSzPts val="3000"/>
              <a:buNone/>
              <a:defRPr sz="4000"/>
            </a:lvl9pPr>
          </a:lstStyle>
          <a:p>
            <a:r>
              <a:t>xx%</a:t>
            </a:r>
          </a:p>
        </p:txBody>
      </p:sp>
      <p:sp>
        <p:nvSpPr>
          <p:cNvPr id="96" name="Google Shape;96;p13"/>
          <p:cNvSpPr txBox="1">
            <a:spLocks noGrp="1"/>
          </p:cNvSpPr>
          <p:nvPr>
            <p:ph type="title" idx="6" hasCustomPrompt="1"/>
          </p:nvPr>
        </p:nvSpPr>
        <p:spPr>
          <a:xfrm>
            <a:off x="7856000" y="1974511"/>
            <a:ext cx="979600" cy="596800"/>
          </a:xfrm>
          <a:prstGeom prst="rect">
            <a:avLst/>
          </a:prstGeom>
          <a:solidFill>
            <a:schemeClr val="dk2"/>
          </a:solidFill>
        </p:spPr>
        <p:txBody>
          <a:bodyPr spcFirstLastPara="1" wrap="square" lIns="91425" tIns="91425" rIns="91425" bIns="91425" anchor="ctr" anchorCtr="0">
            <a:noAutofit/>
          </a:bodyPr>
          <a:lstStyle>
            <a:lvl1pPr lvl="0" rtl="0">
              <a:spcBef>
                <a:spcPts val="0"/>
              </a:spcBef>
              <a:spcAft>
                <a:spcPts val="0"/>
              </a:spcAft>
              <a:buSzPts val="3000"/>
              <a:buNone/>
              <a:defRPr sz="4000"/>
            </a:lvl1pPr>
            <a:lvl2pPr lvl="1" rtl="0">
              <a:spcBef>
                <a:spcPts val="0"/>
              </a:spcBef>
              <a:spcAft>
                <a:spcPts val="0"/>
              </a:spcAft>
              <a:buSzPts val="3000"/>
              <a:buNone/>
              <a:defRPr sz="4000"/>
            </a:lvl2pPr>
            <a:lvl3pPr lvl="2" rtl="0">
              <a:spcBef>
                <a:spcPts val="0"/>
              </a:spcBef>
              <a:spcAft>
                <a:spcPts val="0"/>
              </a:spcAft>
              <a:buSzPts val="3000"/>
              <a:buNone/>
              <a:defRPr sz="4000"/>
            </a:lvl3pPr>
            <a:lvl4pPr lvl="3" rtl="0">
              <a:spcBef>
                <a:spcPts val="0"/>
              </a:spcBef>
              <a:spcAft>
                <a:spcPts val="0"/>
              </a:spcAft>
              <a:buSzPts val="3000"/>
              <a:buNone/>
              <a:defRPr sz="4000"/>
            </a:lvl4pPr>
            <a:lvl5pPr lvl="4" rtl="0">
              <a:spcBef>
                <a:spcPts val="0"/>
              </a:spcBef>
              <a:spcAft>
                <a:spcPts val="0"/>
              </a:spcAft>
              <a:buSzPts val="3000"/>
              <a:buNone/>
              <a:defRPr sz="4000"/>
            </a:lvl5pPr>
            <a:lvl6pPr lvl="5" rtl="0">
              <a:spcBef>
                <a:spcPts val="0"/>
              </a:spcBef>
              <a:spcAft>
                <a:spcPts val="0"/>
              </a:spcAft>
              <a:buSzPts val="3000"/>
              <a:buNone/>
              <a:defRPr sz="4000"/>
            </a:lvl6pPr>
            <a:lvl7pPr lvl="6" rtl="0">
              <a:spcBef>
                <a:spcPts val="0"/>
              </a:spcBef>
              <a:spcAft>
                <a:spcPts val="0"/>
              </a:spcAft>
              <a:buSzPts val="3000"/>
              <a:buNone/>
              <a:defRPr sz="4000"/>
            </a:lvl7pPr>
            <a:lvl8pPr lvl="7" rtl="0">
              <a:spcBef>
                <a:spcPts val="0"/>
              </a:spcBef>
              <a:spcAft>
                <a:spcPts val="0"/>
              </a:spcAft>
              <a:buSzPts val="3000"/>
              <a:buNone/>
              <a:defRPr sz="4000"/>
            </a:lvl8pPr>
            <a:lvl9pPr lvl="8" rtl="0">
              <a:spcBef>
                <a:spcPts val="0"/>
              </a:spcBef>
              <a:spcAft>
                <a:spcPts val="0"/>
              </a:spcAft>
              <a:buSzPts val="3000"/>
              <a:buNone/>
              <a:defRPr sz="4000"/>
            </a:lvl9pPr>
          </a:lstStyle>
          <a:p>
            <a:r>
              <a:t>xx%</a:t>
            </a:r>
          </a:p>
        </p:txBody>
      </p:sp>
      <p:sp>
        <p:nvSpPr>
          <p:cNvPr id="97" name="Google Shape;97;p13"/>
          <p:cNvSpPr txBox="1">
            <a:spLocks noGrp="1"/>
          </p:cNvSpPr>
          <p:nvPr>
            <p:ph type="title" idx="7" hasCustomPrompt="1"/>
          </p:nvPr>
        </p:nvSpPr>
        <p:spPr>
          <a:xfrm>
            <a:off x="7856000" y="3987321"/>
            <a:ext cx="979600" cy="596800"/>
          </a:xfrm>
          <a:prstGeom prst="rect">
            <a:avLst/>
          </a:prstGeom>
          <a:solidFill>
            <a:schemeClr val="dk2"/>
          </a:solidFill>
        </p:spPr>
        <p:txBody>
          <a:bodyPr spcFirstLastPara="1" wrap="square" lIns="91425" tIns="91425" rIns="91425" bIns="91425" anchor="ctr" anchorCtr="0">
            <a:noAutofit/>
          </a:bodyPr>
          <a:lstStyle>
            <a:lvl1pPr lvl="0" rtl="0">
              <a:spcBef>
                <a:spcPts val="0"/>
              </a:spcBef>
              <a:spcAft>
                <a:spcPts val="0"/>
              </a:spcAft>
              <a:buSzPts val="3000"/>
              <a:buNone/>
              <a:defRPr sz="4000"/>
            </a:lvl1pPr>
            <a:lvl2pPr lvl="1" rtl="0">
              <a:spcBef>
                <a:spcPts val="0"/>
              </a:spcBef>
              <a:spcAft>
                <a:spcPts val="0"/>
              </a:spcAft>
              <a:buSzPts val="3000"/>
              <a:buNone/>
              <a:defRPr sz="4000"/>
            </a:lvl2pPr>
            <a:lvl3pPr lvl="2" rtl="0">
              <a:spcBef>
                <a:spcPts val="0"/>
              </a:spcBef>
              <a:spcAft>
                <a:spcPts val="0"/>
              </a:spcAft>
              <a:buSzPts val="3000"/>
              <a:buNone/>
              <a:defRPr sz="4000"/>
            </a:lvl3pPr>
            <a:lvl4pPr lvl="3" rtl="0">
              <a:spcBef>
                <a:spcPts val="0"/>
              </a:spcBef>
              <a:spcAft>
                <a:spcPts val="0"/>
              </a:spcAft>
              <a:buSzPts val="3000"/>
              <a:buNone/>
              <a:defRPr sz="4000"/>
            </a:lvl4pPr>
            <a:lvl5pPr lvl="4" rtl="0">
              <a:spcBef>
                <a:spcPts val="0"/>
              </a:spcBef>
              <a:spcAft>
                <a:spcPts val="0"/>
              </a:spcAft>
              <a:buSzPts val="3000"/>
              <a:buNone/>
              <a:defRPr sz="4000"/>
            </a:lvl5pPr>
            <a:lvl6pPr lvl="5" rtl="0">
              <a:spcBef>
                <a:spcPts val="0"/>
              </a:spcBef>
              <a:spcAft>
                <a:spcPts val="0"/>
              </a:spcAft>
              <a:buSzPts val="3000"/>
              <a:buNone/>
              <a:defRPr sz="4000"/>
            </a:lvl6pPr>
            <a:lvl7pPr lvl="6" rtl="0">
              <a:spcBef>
                <a:spcPts val="0"/>
              </a:spcBef>
              <a:spcAft>
                <a:spcPts val="0"/>
              </a:spcAft>
              <a:buSzPts val="3000"/>
              <a:buNone/>
              <a:defRPr sz="4000"/>
            </a:lvl7pPr>
            <a:lvl8pPr lvl="7" rtl="0">
              <a:spcBef>
                <a:spcPts val="0"/>
              </a:spcBef>
              <a:spcAft>
                <a:spcPts val="0"/>
              </a:spcAft>
              <a:buSzPts val="3000"/>
              <a:buNone/>
              <a:defRPr sz="4000"/>
            </a:lvl8pPr>
            <a:lvl9pPr lvl="8" rtl="0">
              <a:spcBef>
                <a:spcPts val="0"/>
              </a:spcBef>
              <a:spcAft>
                <a:spcPts val="0"/>
              </a:spcAft>
              <a:buSzPts val="3000"/>
              <a:buNone/>
              <a:defRPr sz="4000"/>
            </a:lvl9pPr>
          </a:lstStyle>
          <a:p>
            <a:r>
              <a:t>xx%</a:t>
            </a:r>
          </a:p>
        </p:txBody>
      </p:sp>
      <p:sp>
        <p:nvSpPr>
          <p:cNvPr id="98" name="Google Shape;98;p13"/>
          <p:cNvSpPr txBox="1">
            <a:spLocks noGrp="1"/>
          </p:cNvSpPr>
          <p:nvPr>
            <p:ph type="subTitle" idx="1"/>
          </p:nvPr>
        </p:nvSpPr>
        <p:spPr>
          <a:xfrm>
            <a:off x="960000" y="2701933"/>
            <a:ext cx="3376000" cy="670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2400"/>
              <a:buFont typeface="Raleway"/>
              <a:buNone/>
              <a:defRPr sz="2400">
                <a:solidFill>
                  <a:schemeClr val="dk1"/>
                </a:solidFill>
                <a:latin typeface="Space Grotesk Medium"/>
                <a:ea typeface="Space Grotesk Medium"/>
                <a:cs typeface="Space Grotesk Medium"/>
                <a:sym typeface="Space Grotesk Medium"/>
              </a:defRPr>
            </a:lvl1pPr>
            <a:lvl2pPr lvl="1" rtl="0">
              <a:lnSpc>
                <a:spcPct val="100000"/>
              </a:lnSpc>
              <a:spcBef>
                <a:spcPts val="0"/>
              </a:spcBef>
              <a:spcAft>
                <a:spcPts val="0"/>
              </a:spcAft>
              <a:buSzPts val="2400"/>
              <a:buFont typeface="Raleway"/>
              <a:buNone/>
              <a:defRPr sz="3200" b="1">
                <a:latin typeface="Raleway"/>
                <a:ea typeface="Raleway"/>
                <a:cs typeface="Raleway"/>
                <a:sym typeface="Raleway"/>
              </a:defRPr>
            </a:lvl2pPr>
            <a:lvl3pPr lvl="2" rtl="0">
              <a:lnSpc>
                <a:spcPct val="100000"/>
              </a:lnSpc>
              <a:spcBef>
                <a:spcPts val="0"/>
              </a:spcBef>
              <a:spcAft>
                <a:spcPts val="0"/>
              </a:spcAft>
              <a:buSzPts val="2400"/>
              <a:buFont typeface="Raleway"/>
              <a:buNone/>
              <a:defRPr sz="3200" b="1">
                <a:latin typeface="Raleway"/>
                <a:ea typeface="Raleway"/>
                <a:cs typeface="Raleway"/>
                <a:sym typeface="Raleway"/>
              </a:defRPr>
            </a:lvl3pPr>
            <a:lvl4pPr lvl="3" rtl="0">
              <a:lnSpc>
                <a:spcPct val="100000"/>
              </a:lnSpc>
              <a:spcBef>
                <a:spcPts val="0"/>
              </a:spcBef>
              <a:spcAft>
                <a:spcPts val="0"/>
              </a:spcAft>
              <a:buSzPts val="2400"/>
              <a:buFont typeface="Raleway"/>
              <a:buNone/>
              <a:defRPr sz="3200" b="1">
                <a:latin typeface="Raleway"/>
                <a:ea typeface="Raleway"/>
                <a:cs typeface="Raleway"/>
                <a:sym typeface="Raleway"/>
              </a:defRPr>
            </a:lvl4pPr>
            <a:lvl5pPr lvl="4" rtl="0">
              <a:lnSpc>
                <a:spcPct val="100000"/>
              </a:lnSpc>
              <a:spcBef>
                <a:spcPts val="0"/>
              </a:spcBef>
              <a:spcAft>
                <a:spcPts val="0"/>
              </a:spcAft>
              <a:buSzPts val="2400"/>
              <a:buFont typeface="Raleway"/>
              <a:buNone/>
              <a:defRPr sz="3200" b="1">
                <a:latin typeface="Raleway"/>
                <a:ea typeface="Raleway"/>
                <a:cs typeface="Raleway"/>
                <a:sym typeface="Raleway"/>
              </a:defRPr>
            </a:lvl5pPr>
            <a:lvl6pPr lvl="5" rtl="0">
              <a:lnSpc>
                <a:spcPct val="100000"/>
              </a:lnSpc>
              <a:spcBef>
                <a:spcPts val="0"/>
              </a:spcBef>
              <a:spcAft>
                <a:spcPts val="0"/>
              </a:spcAft>
              <a:buSzPts val="2400"/>
              <a:buFont typeface="Raleway"/>
              <a:buNone/>
              <a:defRPr sz="3200" b="1">
                <a:latin typeface="Raleway"/>
                <a:ea typeface="Raleway"/>
                <a:cs typeface="Raleway"/>
                <a:sym typeface="Raleway"/>
              </a:defRPr>
            </a:lvl6pPr>
            <a:lvl7pPr lvl="6" rtl="0">
              <a:lnSpc>
                <a:spcPct val="100000"/>
              </a:lnSpc>
              <a:spcBef>
                <a:spcPts val="0"/>
              </a:spcBef>
              <a:spcAft>
                <a:spcPts val="0"/>
              </a:spcAft>
              <a:buSzPts val="2400"/>
              <a:buFont typeface="Raleway"/>
              <a:buNone/>
              <a:defRPr sz="3200" b="1">
                <a:latin typeface="Raleway"/>
                <a:ea typeface="Raleway"/>
                <a:cs typeface="Raleway"/>
                <a:sym typeface="Raleway"/>
              </a:defRPr>
            </a:lvl7pPr>
            <a:lvl8pPr lvl="7" rtl="0">
              <a:lnSpc>
                <a:spcPct val="100000"/>
              </a:lnSpc>
              <a:spcBef>
                <a:spcPts val="0"/>
              </a:spcBef>
              <a:spcAft>
                <a:spcPts val="0"/>
              </a:spcAft>
              <a:buSzPts val="2400"/>
              <a:buFont typeface="Raleway"/>
              <a:buNone/>
              <a:defRPr sz="3200" b="1">
                <a:latin typeface="Raleway"/>
                <a:ea typeface="Raleway"/>
                <a:cs typeface="Raleway"/>
                <a:sym typeface="Raleway"/>
              </a:defRPr>
            </a:lvl8pPr>
            <a:lvl9pPr lvl="8" rtl="0">
              <a:lnSpc>
                <a:spcPct val="100000"/>
              </a:lnSpc>
              <a:spcBef>
                <a:spcPts val="0"/>
              </a:spcBef>
              <a:spcAft>
                <a:spcPts val="0"/>
              </a:spcAft>
              <a:buSzPts val="2400"/>
              <a:buFont typeface="Raleway"/>
              <a:buNone/>
              <a:defRPr sz="3200" b="1">
                <a:latin typeface="Raleway"/>
                <a:ea typeface="Raleway"/>
                <a:cs typeface="Raleway"/>
                <a:sym typeface="Raleway"/>
              </a:defRPr>
            </a:lvl9pPr>
          </a:lstStyle>
          <a:p>
            <a:r>
              <a:rPr lang="en-US"/>
              <a:t>Click to edit Master subtitle style</a:t>
            </a:r>
            <a:endParaRPr/>
          </a:p>
        </p:txBody>
      </p:sp>
      <p:sp>
        <p:nvSpPr>
          <p:cNvPr id="99" name="Google Shape;99;p13"/>
          <p:cNvSpPr txBox="1">
            <a:spLocks noGrp="1"/>
          </p:cNvSpPr>
          <p:nvPr>
            <p:ph type="subTitle" idx="8"/>
          </p:nvPr>
        </p:nvSpPr>
        <p:spPr>
          <a:xfrm>
            <a:off x="4408000" y="2701933"/>
            <a:ext cx="3376000" cy="670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2400"/>
              <a:buFont typeface="Raleway"/>
              <a:buNone/>
              <a:defRPr sz="2400">
                <a:solidFill>
                  <a:schemeClr val="dk1"/>
                </a:solidFill>
                <a:latin typeface="Space Grotesk Medium"/>
                <a:ea typeface="Space Grotesk Medium"/>
                <a:cs typeface="Space Grotesk Medium"/>
                <a:sym typeface="Space Grotesk Medium"/>
              </a:defRPr>
            </a:lvl1pPr>
            <a:lvl2pPr lvl="1" rtl="0">
              <a:lnSpc>
                <a:spcPct val="100000"/>
              </a:lnSpc>
              <a:spcBef>
                <a:spcPts val="0"/>
              </a:spcBef>
              <a:spcAft>
                <a:spcPts val="0"/>
              </a:spcAft>
              <a:buSzPts val="2400"/>
              <a:buFont typeface="Raleway"/>
              <a:buNone/>
              <a:defRPr sz="3200" b="1">
                <a:latin typeface="Raleway"/>
                <a:ea typeface="Raleway"/>
                <a:cs typeface="Raleway"/>
                <a:sym typeface="Raleway"/>
              </a:defRPr>
            </a:lvl2pPr>
            <a:lvl3pPr lvl="2" rtl="0">
              <a:lnSpc>
                <a:spcPct val="100000"/>
              </a:lnSpc>
              <a:spcBef>
                <a:spcPts val="0"/>
              </a:spcBef>
              <a:spcAft>
                <a:spcPts val="0"/>
              </a:spcAft>
              <a:buSzPts val="2400"/>
              <a:buFont typeface="Raleway"/>
              <a:buNone/>
              <a:defRPr sz="3200" b="1">
                <a:latin typeface="Raleway"/>
                <a:ea typeface="Raleway"/>
                <a:cs typeface="Raleway"/>
                <a:sym typeface="Raleway"/>
              </a:defRPr>
            </a:lvl3pPr>
            <a:lvl4pPr lvl="3" rtl="0">
              <a:lnSpc>
                <a:spcPct val="100000"/>
              </a:lnSpc>
              <a:spcBef>
                <a:spcPts val="0"/>
              </a:spcBef>
              <a:spcAft>
                <a:spcPts val="0"/>
              </a:spcAft>
              <a:buSzPts val="2400"/>
              <a:buFont typeface="Raleway"/>
              <a:buNone/>
              <a:defRPr sz="3200" b="1">
                <a:latin typeface="Raleway"/>
                <a:ea typeface="Raleway"/>
                <a:cs typeface="Raleway"/>
                <a:sym typeface="Raleway"/>
              </a:defRPr>
            </a:lvl4pPr>
            <a:lvl5pPr lvl="4" rtl="0">
              <a:lnSpc>
                <a:spcPct val="100000"/>
              </a:lnSpc>
              <a:spcBef>
                <a:spcPts val="0"/>
              </a:spcBef>
              <a:spcAft>
                <a:spcPts val="0"/>
              </a:spcAft>
              <a:buSzPts val="2400"/>
              <a:buFont typeface="Raleway"/>
              <a:buNone/>
              <a:defRPr sz="3200" b="1">
                <a:latin typeface="Raleway"/>
                <a:ea typeface="Raleway"/>
                <a:cs typeface="Raleway"/>
                <a:sym typeface="Raleway"/>
              </a:defRPr>
            </a:lvl5pPr>
            <a:lvl6pPr lvl="5" rtl="0">
              <a:lnSpc>
                <a:spcPct val="100000"/>
              </a:lnSpc>
              <a:spcBef>
                <a:spcPts val="0"/>
              </a:spcBef>
              <a:spcAft>
                <a:spcPts val="0"/>
              </a:spcAft>
              <a:buSzPts val="2400"/>
              <a:buFont typeface="Raleway"/>
              <a:buNone/>
              <a:defRPr sz="3200" b="1">
                <a:latin typeface="Raleway"/>
                <a:ea typeface="Raleway"/>
                <a:cs typeface="Raleway"/>
                <a:sym typeface="Raleway"/>
              </a:defRPr>
            </a:lvl6pPr>
            <a:lvl7pPr lvl="6" rtl="0">
              <a:lnSpc>
                <a:spcPct val="100000"/>
              </a:lnSpc>
              <a:spcBef>
                <a:spcPts val="0"/>
              </a:spcBef>
              <a:spcAft>
                <a:spcPts val="0"/>
              </a:spcAft>
              <a:buSzPts val="2400"/>
              <a:buFont typeface="Raleway"/>
              <a:buNone/>
              <a:defRPr sz="3200" b="1">
                <a:latin typeface="Raleway"/>
                <a:ea typeface="Raleway"/>
                <a:cs typeface="Raleway"/>
                <a:sym typeface="Raleway"/>
              </a:defRPr>
            </a:lvl7pPr>
            <a:lvl8pPr lvl="7" rtl="0">
              <a:lnSpc>
                <a:spcPct val="100000"/>
              </a:lnSpc>
              <a:spcBef>
                <a:spcPts val="0"/>
              </a:spcBef>
              <a:spcAft>
                <a:spcPts val="0"/>
              </a:spcAft>
              <a:buSzPts val="2400"/>
              <a:buFont typeface="Raleway"/>
              <a:buNone/>
              <a:defRPr sz="3200" b="1">
                <a:latin typeface="Raleway"/>
                <a:ea typeface="Raleway"/>
                <a:cs typeface="Raleway"/>
                <a:sym typeface="Raleway"/>
              </a:defRPr>
            </a:lvl8pPr>
            <a:lvl9pPr lvl="8" rtl="0">
              <a:lnSpc>
                <a:spcPct val="100000"/>
              </a:lnSpc>
              <a:spcBef>
                <a:spcPts val="0"/>
              </a:spcBef>
              <a:spcAft>
                <a:spcPts val="0"/>
              </a:spcAft>
              <a:buSzPts val="2400"/>
              <a:buFont typeface="Raleway"/>
              <a:buNone/>
              <a:defRPr sz="3200" b="1">
                <a:latin typeface="Raleway"/>
                <a:ea typeface="Raleway"/>
                <a:cs typeface="Raleway"/>
                <a:sym typeface="Raleway"/>
              </a:defRPr>
            </a:lvl9pPr>
          </a:lstStyle>
          <a:p>
            <a:r>
              <a:rPr lang="en-US"/>
              <a:t>Click to edit Master subtitle style</a:t>
            </a:r>
            <a:endParaRPr/>
          </a:p>
        </p:txBody>
      </p:sp>
      <p:sp>
        <p:nvSpPr>
          <p:cNvPr id="100" name="Google Shape;100;p13"/>
          <p:cNvSpPr txBox="1">
            <a:spLocks noGrp="1"/>
          </p:cNvSpPr>
          <p:nvPr>
            <p:ph type="subTitle" idx="9"/>
          </p:nvPr>
        </p:nvSpPr>
        <p:spPr>
          <a:xfrm>
            <a:off x="7856000" y="2701933"/>
            <a:ext cx="3376000" cy="670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2400"/>
              <a:buFont typeface="Raleway"/>
              <a:buNone/>
              <a:defRPr sz="2400">
                <a:solidFill>
                  <a:schemeClr val="dk1"/>
                </a:solidFill>
                <a:latin typeface="Space Grotesk Medium"/>
                <a:ea typeface="Space Grotesk Medium"/>
                <a:cs typeface="Space Grotesk Medium"/>
                <a:sym typeface="Space Grotesk Medium"/>
              </a:defRPr>
            </a:lvl1pPr>
            <a:lvl2pPr lvl="1" rtl="0">
              <a:lnSpc>
                <a:spcPct val="100000"/>
              </a:lnSpc>
              <a:spcBef>
                <a:spcPts val="0"/>
              </a:spcBef>
              <a:spcAft>
                <a:spcPts val="0"/>
              </a:spcAft>
              <a:buSzPts val="2400"/>
              <a:buFont typeface="Raleway"/>
              <a:buNone/>
              <a:defRPr sz="3200" b="1">
                <a:latin typeface="Raleway"/>
                <a:ea typeface="Raleway"/>
                <a:cs typeface="Raleway"/>
                <a:sym typeface="Raleway"/>
              </a:defRPr>
            </a:lvl2pPr>
            <a:lvl3pPr lvl="2" rtl="0">
              <a:lnSpc>
                <a:spcPct val="100000"/>
              </a:lnSpc>
              <a:spcBef>
                <a:spcPts val="0"/>
              </a:spcBef>
              <a:spcAft>
                <a:spcPts val="0"/>
              </a:spcAft>
              <a:buSzPts val="2400"/>
              <a:buFont typeface="Raleway"/>
              <a:buNone/>
              <a:defRPr sz="3200" b="1">
                <a:latin typeface="Raleway"/>
                <a:ea typeface="Raleway"/>
                <a:cs typeface="Raleway"/>
                <a:sym typeface="Raleway"/>
              </a:defRPr>
            </a:lvl3pPr>
            <a:lvl4pPr lvl="3" rtl="0">
              <a:lnSpc>
                <a:spcPct val="100000"/>
              </a:lnSpc>
              <a:spcBef>
                <a:spcPts val="0"/>
              </a:spcBef>
              <a:spcAft>
                <a:spcPts val="0"/>
              </a:spcAft>
              <a:buSzPts val="2400"/>
              <a:buFont typeface="Raleway"/>
              <a:buNone/>
              <a:defRPr sz="3200" b="1">
                <a:latin typeface="Raleway"/>
                <a:ea typeface="Raleway"/>
                <a:cs typeface="Raleway"/>
                <a:sym typeface="Raleway"/>
              </a:defRPr>
            </a:lvl4pPr>
            <a:lvl5pPr lvl="4" rtl="0">
              <a:lnSpc>
                <a:spcPct val="100000"/>
              </a:lnSpc>
              <a:spcBef>
                <a:spcPts val="0"/>
              </a:spcBef>
              <a:spcAft>
                <a:spcPts val="0"/>
              </a:spcAft>
              <a:buSzPts val="2400"/>
              <a:buFont typeface="Raleway"/>
              <a:buNone/>
              <a:defRPr sz="3200" b="1">
                <a:latin typeface="Raleway"/>
                <a:ea typeface="Raleway"/>
                <a:cs typeface="Raleway"/>
                <a:sym typeface="Raleway"/>
              </a:defRPr>
            </a:lvl5pPr>
            <a:lvl6pPr lvl="5" rtl="0">
              <a:lnSpc>
                <a:spcPct val="100000"/>
              </a:lnSpc>
              <a:spcBef>
                <a:spcPts val="0"/>
              </a:spcBef>
              <a:spcAft>
                <a:spcPts val="0"/>
              </a:spcAft>
              <a:buSzPts val="2400"/>
              <a:buFont typeface="Raleway"/>
              <a:buNone/>
              <a:defRPr sz="3200" b="1">
                <a:latin typeface="Raleway"/>
                <a:ea typeface="Raleway"/>
                <a:cs typeface="Raleway"/>
                <a:sym typeface="Raleway"/>
              </a:defRPr>
            </a:lvl6pPr>
            <a:lvl7pPr lvl="6" rtl="0">
              <a:lnSpc>
                <a:spcPct val="100000"/>
              </a:lnSpc>
              <a:spcBef>
                <a:spcPts val="0"/>
              </a:spcBef>
              <a:spcAft>
                <a:spcPts val="0"/>
              </a:spcAft>
              <a:buSzPts val="2400"/>
              <a:buFont typeface="Raleway"/>
              <a:buNone/>
              <a:defRPr sz="3200" b="1">
                <a:latin typeface="Raleway"/>
                <a:ea typeface="Raleway"/>
                <a:cs typeface="Raleway"/>
                <a:sym typeface="Raleway"/>
              </a:defRPr>
            </a:lvl7pPr>
            <a:lvl8pPr lvl="7" rtl="0">
              <a:lnSpc>
                <a:spcPct val="100000"/>
              </a:lnSpc>
              <a:spcBef>
                <a:spcPts val="0"/>
              </a:spcBef>
              <a:spcAft>
                <a:spcPts val="0"/>
              </a:spcAft>
              <a:buSzPts val="2400"/>
              <a:buFont typeface="Raleway"/>
              <a:buNone/>
              <a:defRPr sz="3200" b="1">
                <a:latin typeface="Raleway"/>
                <a:ea typeface="Raleway"/>
                <a:cs typeface="Raleway"/>
                <a:sym typeface="Raleway"/>
              </a:defRPr>
            </a:lvl8pPr>
            <a:lvl9pPr lvl="8" rtl="0">
              <a:lnSpc>
                <a:spcPct val="100000"/>
              </a:lnSpc>
              <a:spcBef>
                <a:spcPts val="0"/>
              </a:spcBef>
              <a:spcAft>
                <a:spcPts val="0"/>
              </a:spcAft>
              <a:buSzPts val="2400"/>
              <a:buFont typeface="Raleway"/>
              <a:buNone/>
              <a:defRPr sz="3200" b="1">
                <a:latin typeface="Raleway"/>
                <a:ea typeface="Raleway"/>
                <a:cs typeface="Raleway"/>
                <a:sym typeface="Raleway"/>
              </a:defRPr>
            </a:lvl9pPr>
          </a:lstStyle>
          <a:p>
            <a:r>
              <a:rPr lang="en-US"/>
              <a:t>Click to edit Master subtitle style</a:t>
            </a:r>
            <a:endParaRPr/>
          </a:p>
        </p:txBody>
      </p:sp>
      <p:sp>
        <p:nvSpPr>
          <p:cNvPr id="101" name="Google Shape;101;p13"/>
          <p:cNvSpPr txBox="1">
            <a:spLocks noGrp="1"/>
          </p:cNvSpPr>
          <p:nvPr>
            <p:ph type="subTitle" idx="13"/>
          </p:nvPr>
        </p:nvSpPr>
        <p:spPr>
          <a:xfrm>
            <a:off x="960000" y="4726533"/>
            <a:ext cx="3376000" cy="6660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2400"/>
              <a:buFont typeface="Raleway"/>
              <a:buNone/>
              <a:defRPr sz="2400">
                <a:solidFill>
                  <a:schemeClr val="dk1"/>
                </a:solidFill>
                <a:latin typeface="Space Grotesk Medium"/>
                <a:ea typeface="Space Grotesk Medium"/>
                <a:cs typeface="Space Grotesk Medium"/>
                <a:sym typeface="Space Grotesk Medium"/>
              </a:defRPr>
            </a:lvl1pPr>
            <a:lvl2pPr lvl="1" rtl="0">
              <a:lnSpc>
                <a:spcPct val="100000"/>
              </a:lnSpc>
              <a:spcBef>
                <a:spcPts val="0"/>
              </a:spcBef>
              <a:spcAft>
                <a:spcPts val="0"/>
              </a:spcAft>
              <a:buSzPts val="2400"/>
              <a:buFont typeface="Raleway"/>
              <a:buNone/>
              <a:defRPr sz="3200" b="1">
                <a:latin typeface="Raleway"/>
                <a:ea typeface="Raleway"/>
                <a:cs typeface="Raleway"/>
                <a:sym typeface="Raleway"/>
              </a:defRPr>
            </a:lvl2pPr>
            <a:lvl3pPr lvl="2" rtl="0">
              <a:lnSpc>
                <a:spcPct val="100000"/>
              </a:lnSpc>
              <a:spcBef>
                <a:spcPts val="0"/>
              </a:spcBef>
              <a:spcAft>
                <a:spcPts val="0"/>
              </a:spcAft>
              <a:buSzPts val="2400"/>
              <a:buFont typeface="Raleway"/>
              <a:buNone/>
              <a:defRPr sz="3200" b="1">
                <a:latin typeface="Raleway"/>
                <a:ea typeface="Raleway"/>
                <a:cs typeface="Raleway"/>
                <a:sym typeface="Raleway"/>
              </a:defRPr>
            </a:lvl3pPr>
            <a:lvl4pPr lvl="3" rtl="0">
              <a:lnSpc>
                <a:spcPct val="100000"/>
              </a:lnSpc>
              <a:spcBef>
                <a:spcPts val="0"/>
              </a:spcBef>
              <a:spcAft>
                <a:spcPts val="0"/>
              </a:spcAft>
              <a:buSzPts val="2400"/>
              <a:buFont typeface="Raleway"/>
              <a:buNone/>
              <a:defRPr sz="3200" b="1">
                <a:latin typeface="Raleway"/>
                <a:ea typeface="Raleway"/>
                <a:cs typeface="Raleway"/>
                <a:sym typeface="Raleway"/>
              </a:defRPr>
            </a:lvl4pPr>
            <a:lvl5pPr lvl="4" rtl="0">
              <a:lnSpc>
                <a:spcPct val="100000"/>
              </a:lnSpc>
              <a:spcBef>
                <a:spcPts val="0"/>
              </a:spcBef>
              <a:spcAft>
                <a:spcPts val="0"/>
              </a:spcAft>
              <a:buSzPts val="2400"/>
              <a:buFont typeface="Raleway"/>
              <a:buNone/>
              <a:defRPr sz="3200" b="1">
                <a:latin typeface="Raleway"/>
                <a:ea typeface="Raleway"/>
                <a:cs typeface="Raleway"/>
                <a:sym typeface="Raleway"/>
              </a:defRPr>
            </a:lvl5pPr>
            <a:lvl6pPr lvl="5" rtl="0">
              <a:lnSpc>
                <a:spcPct val="100000"/>
              </a:lnSpc>
              <a:spcBef>
                <a:spcPts val="0"/>
              </a:spcBef>
              <a:spcAft>
                <a:spcPts val="0"/>
              </a:spcAft>
              <a:buSzPts val="2400"/>
              <a:buFont typeface="Raleway"/>
              <a:buNone/>
              <a:defRPr sz="3200" b="1">
                <a:latin typeface="Raleway"/>
                <a:ea typeface="Raleway"/>
                <a:cs typeface="Raleway"/>
                <a:sym typeface="Raleway"/>
              </a:defRPr>
            </a:lvl6pPr>
            <a:lvl7pPr lvl="6" rtl="0">
              <a:lnSpc>
                <a:spcPct val="100000"/>
              </a:lnSpc>
              <a:spcBef>
                <a:spcPts val="0"/>
              </a:spcBef>
              <a:spcAft>
                <a:spcPts val="0"/>
              </a:spcAft>
              <a:buSzPts val="2400"/>
              <a:buFont typeface="Raleway"/>
              <a:buNone/>
              <a:defRPr sz="3200" b="1">
                <a:latin typeface="Raleway"/>
                <a:ea typeface="Raleway"/>
                <a:cs typeface="Raleway"/>
                <a:sym typeface="Raleway"/>
              </a:defRPr>
            </a:lvl7pPr>
            <a:lvl8pPr lvl="7" rtl="0">
              <a:lnSpc>
                <a:spcPct val="100000"/>
              </a:lnSpc>
              <a:spcBef>
                <a:spcPts val="0"/>
              </a:spcBef>
              <a:spcAft>
                <a:spcPts val="0"/>
              </a:spcAft>
              <a:buSzPts val="2400"/>
              <a:buFont typeface="Raleway"/>
              <a:buNone/>
              <a:defRPr sz="3200" b="1">
                <a:latin typeface="Raleway"/>
                <a:ea typeface="Raleway"/>
                <a:cs typeface="Raleway"/>
                <a:sym typeface="Raleway"/>
              </a:defRPr>
            </a:lvl8pPr>
            <a:lvl9pPr lvl="8" rtl="0">
              <a:lnSpc>
                <a:spcPct val="100000"/>
              </a:lnSpc>
              <a:spcBef>
                <a:spcPts val="0"/>
              </a:spcBef>
              <a:spcAft>
                <a:spcPts val="0"/>
              </a:spcAft>
              <a:buSzPts val="2400"/>
              <a:buFont typeface="Raleway"/>
              <a:buNone/>
              <a:defRPr sz="3200" b="1">
                <a:latin typeface="Raleway"/>
                <a:ea typeface="Raleway"/>
                <a:cs typeface="Raleway"/>
                <a:sym typeface="Raleway"/>
              </a:defRPr>
            </a:lvl9pPr>
          </a:lstStyle>
          <a:p>
            <a:r>
              <a:rPr lang="en-US"/>
              <a:t>Click to edit Master subtitle style</a:t>
            </a:r>
            <a:endParaRPr/>
          </a:p>
        </p:txBody>
      </p:sp>
      <p:sp>
        <p:nvSpPr>
          <p:cNvPr id="102" name="Google Shape;102;p13"/>
          <p:cNvSpPr txBox="1">
            <a:spLocks noGrp="1"/>
          </p:cNvSpPr>
          <p:nvPr>
            <p:ph type="subTitle" idx="14"/>
          </p:nvPr>
        </p:nvSpPr>
        <p:spPr>
          <a:xfrm>
            <a:off x="4408000" y="4726533"/>
            <a:ext cx="3376000" cy="6660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2400"/>
              <a:buFont typeface="Raleway"/>
              <a:buNone/>
              <a:defRPr sz="2400">
                <a:solidFill>
                  <a:schemeClr val="dk1"/>
                </a:solidFill>
                <a:latin typeface="Space Grotesk Medium"/>
                <a:ea typeface="Space Grotesk Medium"/>
                <a:cs typeface="Space Grotesk Medium"/>
                <a:sym typeface="Space Grotesk Medium"/>
              </a:defRPr>
            </a:lvl1pPr>
            <a:lvl2pPr lvl="1" rtl="0">
              <a:lnSpc>
                <a:spcPct val="100000"/>
              </a:lnSpc>
              <a:spcBef>
                <a:spcPts val="0"/>
              </a:spcBef>
              <a:spcAft>
                <a:spcPts val="0"/>
              </a:spcAft>
              <a:buSzPts val="2400"/>
              <a:buFont typeface="Raleway"/>
              <a:buNone/>
              <a:defRPr sz="3200" b="1">
                <a:latin typeface="Raleway"/>
                <a:ea typeface="Raleway"/>
                <a:cs typeface="Raleway"/>
                <a:sym typeface="Raleway"/>
              </a:defRPr>
            </a:lvl2pPr>
            <a:lvl3pPr lvl="2" rtl="0">
              <a:lnSpc>
                <a:spcPct val="100000"/>
              </a:lnSpc>
              <a:spcBef>
                <a:spcPts val="0"/>
              </a:spcBef>
              <a:spcAft>
                <a:spcPts val="0"/>
              </a:spcAft>
              <a:buSzPts val="2400"/>
              <a:buFont typeface="Raleway"/>
              <a:buNone/>
              <a:defRPr sz="3200" b="1">
                <a:latin typeface="Raleway"/>
                <a:ea typeface="Raleway"/>
                <a:cs typeface="Raleway"/>
                <a:sym typeface="Raleway"/>
              </a:defRPr>
            </a:lvl3pPr>
            <a:lvl4pPr lvl="3" rtl="0">
              <a:lnSpc>
                <a:spcPct val="100000"/>
              </a:lnSpc>
              <a:spcBef>
                <a:spcPts val="0"/>
              </a:spcBef>
              <a:spcAft>
                <a:spcPts val="0"/>
              </a:spcAft>
              <a:buSzPts val="2400"/>
              <a:buFont typeface="Raleway"/>
              <a:buNone/>
              <a:defRPr sz="3200" b="1">
                <a:latin typeface="Raleway"/>
                <a:ea typeface="Raleway"/>
                <a:cs typeface="Raleway"/>
                <a:sym typeface="Raleway"/>
              </a:defRPr>
            </a:lvl4pPr>
            <a:lvl5pPr lvl="4" rtl="0">
              <a:lnSpc>
                <a:spcPct val="100000"/>
              </a:lnSpc>
              <a:spcBef>
                <a:spcPts val="0"/>
              </a:spcBef>
              <a:spcAft>
                <a:spcPts val="0"/>
              </a:spcAft>
              <a:buSzPts val="2400"/>
              <a:buFont typeface="Raleway"/>
              <a:buNone/>
              <a:defRPr sz="3200" b="1">
                <a:latin typeface="Raleway"/>
                <a:ea typeface="Raleway"/>
                <a:cs typeface="Raleway"/>
                <a:sym typeface="Raleway"/>
              </a:defRPr>
            </a:lvl5pPr>
            <a:lvl6pPr lvl="5" rtl="0">
              <a:lnSpc>
                <a:spcPct val="100000"/>
              </a:lnSpc>
              <a:spcBef>
                <a:spcPts val="0"/>
              </a:spcBef>
              <a:spcAft>
                <a:spcPts val="0"/>
              </a:spcAft>
              <a:buSzPts val="2400"/>
              <a:buFont typeface="Raleway"/>
              <a:buNone/>
              <a:defRPr sz="3200" b="1">
                <a:latin typeface="Raleway"/>
                <a:ea typeface="Raleway"/>
                <a:cs typeface="Raleway"/>
                <a:sym typeface="Raleway"/>
              </a:defRPr>
            </a:lvl6pPr>
            <a:lvl7pPr lvl="6" rtl="0">
              <a:lnSpc>
                <a:spcPct val="100000"/>
              </a:lnSpc>
              <a:spcBef>
                <a:spcPts val="0"/>
              </a:spcBef>
              <a:spcAft>
                <a:spcPts val="0"/>
              </a:spcAft>
              <a:buSzPts val="2400"/>
              <a:buFont typeface="Raleway"/>
              <a:buNone/>
              <a:defRPr sz="3200" b="1">
                <a:latin typeface="Raleway"/>
                <a:ea typeface="Raleway"/>
                <a:cs typeface="Raleway"/>
                <a:sym typeface="Raleway"/>
              </a:defRPr>
            </a:lvl7pPr>
            <a:lvl8pPr lvl="7" rtl="0">
              <a:lnSpc>
                <a:spcPct val="100000"/>
              </a:lnSpc>
              <a:spcBef>
                <a:spcPts val="0"/>
              </a:spcBef>
              <a:spcAft>
                <a:spcPts val="0"/>
              </a:spcAft>
              <a:buSzPts val="2400"/>
              <a:buFont typeface="Raleway"/>
              <a:buNone/>
              <a:defRPr sz="3200" b="1">
                <a:latin typeface="Raleway"/>
                <a:ea typeface="Raleway"/>
                <a:cs typeface="Raleway"/>
                <a:sym typeface="Raleway"/>
              </a:defRPr>
            </a:lvl8pPr>
            <a:lvl9pPr lvl="8" rtl="0">
              <a:lnSpc>
                <a:spcPct val="100000"/>
              </a:lnSpc>
              <a:spcBef>
                <a:spcPts val="0"/>
              </a:spcBef>
              <a:spcAft>
                <a:spcPts val="0"/>
              </a:spcAft>
              <a:buSzPts val="2400"/>
              <a:buFont typeface="Raleway"/>
              <a:buNone/>
              <a:defRPr sz="3200" b="1">
                <a:latin typeface="Raleway"/>
                <a:ea typeface="Raleway"/>
                <a:cs typeface="Raleway"/>
                <a:sym typeface="Raleway"/>
              </a:defRPr>
            </a:lvl9pPr>
          </a:lstStyle>
          <a:p>
            <a:r>
              <a:rPr lang="en-US"/>
              <a:t>Click to edit Master subtitle style</a:t>
            </a:r>
            <a:endParaRPr/>
          </a:p>
        </p:txBody>
      </p:sp>
      <p:sp>
        <p:nvSpPr>
          <p:cNvPr id="103" name="Google Shape;103;p13"/>
          <p:cNvSpPr txBox="1">
            <a:spLocks noGrp="1"/>
          </p:cNvSpPr>
          <p:nvPr>
            <p:ph type="subTitle" idx="15"/>
          </p:nvPr>
        </p:nvSpPr>
        <p:spPr>
          <a:xfrm>
            <a:off x="7856000" y="4726533"/>
            <a:ext cx="3376000" cy="6660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2400"/>
              <a:buFont typeface="Raleway"/>
              <a:buNone/>
              <a:defRPr sz="2400">
                <a:solidFill>
                  <a:schemeClr val="dk1"/>
                </a:solidFill>
                <a:latin typeface="Space Grotesk Medium"/>
                <a:ea typeface="Space Grotesk Medium"/>
                <a:cs typeface="Space Grotesk Medium"/>
                <a:sym typeface="Space Grotesk Medium"/>
              </a:defRPr>
            </a:lvl1pPr>
            <a:lvl2pPr lvl="1" rtl="0">
              <a:lnSpc>
                <a:spcPct val="100000"/>
              </a:lnSpc>
              <a:spcBef>
                <a:spcPts val="0"/>
              </a:spcBef>
              <a:spcAft>
                <a:spcPts val="0"/>
              </a:spcAft>
              <a:buSzPts val="2400"/>
              <a:buFont typeface="Raleway"/>
              <a:buNone/>
              <a:defRPr sz="3200" b="1">
                <a:latin typeface="Raleway"/>
                <a:ea typeface="Raleway"/>
                <a:cs typeface="Raleway"/>
                <a:sym typeface="Raleway"/>
              </a:defRPr>
            </a:lvl2pPr>
            <a:lvl3pPr lvl="2" rtl="0">
              <a:lnSpc>
                <a:spcPct val="100000"/>
              </a:lnSpc>
              <a:spcBef>
                <a:spcPts val="0"/>
              </a:spcBef>
              <a:spcAft>
                <a:spcPts val="0"/>
              </a:spcAft>
              <a:buSzPts val="2400"/>
              <a:buFont typeface="Raleway"/>
              <a:buNone/>
              <a:defRPr sz="3200" b="1">
                <a:latin typeface="Raleway"/>
                <a:ea typeface="Raleway"/>
                <a:cs typeface="Raleway"/>
                <a:sym typeface="Raleway"/>
              </a:defRPr>
            </a:lvl3pPr>
            <a:lvl4pPr lvl="3" rtl="0">
              <a:lnSpc>
                <a:spcPct val="100000"/>
              </a:lnSpc>
              <a:spcBef>
                <a:spcPts val="0"/>
              </a:spcBef>
              <a:spcAft>
                <a:spcPts val="0"/>
              </a:spcAft>
              <a:buSzPts val="2400"/>
              <a:buFont typeface="Raleway"/>
              <a:buNone/>
              <a:defRPr sz="3200" b="1">
                <a:latin typeface="Raleway"/>
                <a:ea typeface="Raleway"/>
                <a:cs typeface="Raleway"/>
                <a:sym typeface="Raleway"/>
              </a:defRPr>
            </a:lvl4pPr>
            <a:lvl5pPr lvl="4" rtl="0">
              <a:lnSpc>
                <a:spcPct val="100000"/>
              </a:lnSpc>
              <a:spcBef>
                <a:spcPts val="0"/>
              </a:spcBef>
              <a:spcAft>
                <a:spcPts val="0"/>
              </a:spcAft>
              <a:buSzPts val="2400"/>
              <a:buFont typeface="Raleway"/>
              <a:buNone/>
              <a:defRPr sz="3200" b="1">
                <a:latin typeface="Raleway"/>
                <a:ea typeface="Raleway"/>
                <a:cs typeface="Raleway"/>
                <a:sym typeface="Raleway"/>
              </a:defRPr>
            </a:lvl5pPr>
            <a:lvl6pPr lvl="5" rtl="0">
              <a:lnSpc>
                <a:spcPct val="100000"/>
              </a:lnSpc>
              <a:spcBef>
                <a:spcPts val="0"/>
              </a:spcBef>
              <a:spcAft>
                <a:spcPts val="0"/>
              </a:spcAft>
              <a:buSzPts val="2400"/>
              <a:buFont typeface="Raleway"/>
              <a:buNone/>
              <a:defRPr sz="3200" b="1">
                <a:latin typeface="Raleway"/>
                <a:ea typeface="Raleway"/>
                <a:cs typeface="Raleway"/>
                <a:sym typeface="Raleway"/>
              </a:defRPr>
            </a:lvl6pPr>
            <a:lvl7pPr lvl="6" rtl="0">
              <a:lnSpc>
                <a:spcPct val="100000"/>
              </a:lnSpc>
              <a:spcBef>
                <a:spcPts val="0"/>
              </a:spcBef>
              <a:spcAft>
                <a:spcPts val="0"/>
              </a:spcAft>
              <a:buSzPts val="2400"/>
              <a:buFont typeface="Raleway"/>
              <a:buNone/>
              <a:defRPr sz="3200" b="1">
                <a:latin typeface="Raleway"/>
                <a:ea typeface="Raleway"/>
                <a:cs typeface="Raleway"/>
                <a:sym typeface="Raleway"/>
              </a:defRPr>
            </a:lvl7pPr>
            <a:lvl8pPr lvl="7" rtl="0">
              <a:lnSpc>
                <a:spcPct val="100000"/>
              </a:lnSpc>
              <a:spcBef>
                <a:spcPts val="0"/>
              </a:spcBef>
              <a:spcAft>
                <a:spcPts val="0"/>
              </a:spcAft>
              <a:buSzPts val="2400"/>
              <a:buFont typeface="Raleway"/>
              <a:buNone/>
              <a:defRPr sz="3200" b="1">
                <a:latin typeface="Raleway"/>
                <a:ea typeface="Raleway"/>
                <a:cs typeface="Raleway"/>
                <a:sym typeface="Raleway"/>
              </a:defRPr>
            </a:lvl8pPr>
            <a:lvl9pPr lvl="8" rtl="0">
              <a:lnSpc>
                <a:spcPct val="100000"/>
              </a:lnSpc>
              <a:spcBef>
                <a:spcPts val="0"/>
              </a:spcBef>
              <a:spcAft>
                <a:spcPts val="0"/>
              </a:spcAft>
              <a:buSzPts val="2400"/>
              <a:buFont typeface="Raleway"/>
              <a:buNone/>
              <a:defRPr sz="3200" b="1">
                <a:latin typeface="Raleway"/>
                <a:ea typeface="Raleway"/>
                <a:cs typeface="Raleway"/>
                <a:sym typeface="Raleway"/>
              </a:defRPr>
            </a:lvl9pPr>
          </a:lstStyle>
          <a:p>
            <a:r>
              <a:rPr lang="en-US"/>
              <a:t>Click to edit Master subtitle style</a:t>
            </a:r>
            <a:endParaRPr/>
          </a:p>
        </p:txBody>
      </p:sp>
      <p:grpSp>
        <p:nvGrpSpPr>
          <p:cNvPr id="104" name="Google Shape;104;p13"/>
          <p:cNvGrpSpPr/>
          <p:nvPr/>
        </p:nvGrpSpPr>
        <p:grpSpPr>
          <a:xfrm>
            <a:off x="0" y="5"/>
            <a:ext cx="12192005" cy="6857995"/>
            <a:chOff x="0" y="4"/>
            <a:chExt cx="9144004" cy="5143496"/>
          </a:xfrm>
        </p:grpSpPr>
        <p:pic>
          <p:nvPicPr>
            <p:cNvPr id="105" name="Google Shape;105;p13"/>
            <p:cNvPicPr preferRelativeResize="0"/>
            <p:nvPr/>
          </p:nvPicPr>
          <p:blipFill>
            <a:blip r:embed="rId2">
              <a:alphaModFix/>
            </a:blip>
            <a:stretch>
              <a:fillRect/>
            </a:stretch>
          </p:blipFill>
          <p:spPr>
            <a:xfrm rot="-5400000">
              <a:off x="-564975" y="1487975"/>
              <a:ext cx="4220500" cy="3090550"/>
            </a:xfrm>
            <a:prstGeom prst="rect">
              <a:avLst/>
            </a:prstGeom>
            <a:noFill/>
            <a:ln>
              <a:noFill/>
            </a:ln>
          </p:spPr>
        </p:pic>
        <p:pic>
          <p:nvPicPr>
            <p:cNvPr id="106" name="Google Shape;106;p13"/>
            <p:cNvPicPr preferRelativeResize="0"/>
            <p:nvPr/>
          </p:nvPicPr>
          <p:blipFill>
            <a:blip r:embed="rId3">
              <a:alphaModFix/>
            </a:blip>
            <a:stretch>
              <a:fillRect/>
            </a:stretch>
          </p:blipFill>
          <p:spPr>
            <a:xfrm rot="-5400000">
              <a:off x="6335799" y="-429125"/>
              <a:ext cx="2379077" cy="3237334"/>
            </a:xfrm>
            <a:prstGeom prst="rect">
              <a:avLst/>
            </a:prstGeom>
            <a:noFill/>
            <a:ln>
              <a:noFill/>
            </a:ln>
          </p:spPr>
        </p:pic>
      </p:grpSp>
      <p:grpSp>
        <p:nvGrpSpPr>
          <p:cNvPr id="107" name="Google Shape;107;p13"/>
          <p:cNvGrpSpPr/>
          <p:nvPr/>
        </p:nvGrpSpPr>
        <p:grpSpPr>
          <a:xfrm rot="-10539848" flipH="1">
            <a:off x="8144751" y="5398767"/>
            <a:ext cx="6098535" cy="4638956"/>
            <a:chOff x="1522650" y="1117750"/>
            <a:chExt cx="4574075" cy="3479350"/>
          </a:xfrm>
        </p:grpSpPr>
        <p:sp>
          <p:nvSpPr>
            <p:cNvPr id="108" name="Google Shape;108;p13"/>
            <p:cNvSpPr/>
            <p:nvPr/>
          </p:nvSpPr>
          <p:spPr>
            <a:xfrm>
              <a:off x="2305900" y="1117750"/>
              <a:ext cx="3790825" cy="3217100"/>
            </a:xfrm>
            <a:custGeom>
              <a:avLst/>
              <a:gdLst/>
              <a:ahLst/>
              <a:cxnLst/>
              <a:rect l="l" t="t" r="r" b="b"/>
              <a:pathLst>
                <a:path w="151633" h="128684" extrusionOk="0">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9" name="Google Shape;109;p13"/>
            <p:cNvSpPr/>
            <p:nvPr/>
          </p:nvSpPr>
          <p:spPr>
            <a:xfrm>
              <a:off x="1522650" y="3538750"/>
              <a:ext cx="2417375" cy="1058350"/>
            </a:xfrm>
            <a:custGeom>
              <a:avLst/>
              <a:gdLst/>
              <a:ahLst/>
              <a:cxnLst/>
              <a:rect l="l" t="t" r="r" b="b"/>
              <a:pathLst>
                <a:path w="96695" h="42334" extrusionOk="0">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Tree>
    <p:extLst>
      <p:ext uri="{BB962C8B-B14F-4D97-AF65-F5344CB8AC3E}">
        <p14:creationId xmlns:p14="http://schemas.microsoft.com/office/powerpoint/2010/main" val="39671569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only 1">
  <p:cSld name="Title only 1">
    <p:spTree>
      <p:nvGrpSpPr>
        <p:cNvPr id="1" name="Shape 110"/>
        <p:cNvGrpSpPr/>
        <p:nvPr/>
      </p:nvGrpSpPr>
      <p:grpSpPr>
        <a:xfrm>
          <a:off x="0" y="0"/>
          <a:ext cx="0" cy="0"/>
          <a:chOff x="0" y="0"/>
          <a:chExt cx="0" cy="0"/>
        </a:xfrm>
      </p:grpSpPr>
      <p:grpSp>
        <p:nvGrpSpPr>
          <p:cNvPr id="111" name="Google Shape;111;p14"/>
          <p:cNvGrpSpPr/>
          <p:nvPr/>
        </p:nvGrpSpPr>
        <p:grpSpPr>
          <a:xfrm>
            <a:off x="1" y="0"/>
            <a:ext cx="12192001" cy="6858000"/>
            <a:chOff x="0" y="0"/>
            <a:chExt cx="9144001" cy="5143500"/>
          </a:xfrm>
        </p:grpSpPr>
        <p:pic>
          <p:nvPicPr>
            <p:cNvPr id="112" name="Google Shape;112;p14"/>
            <p:cNvPicPr preferRelativeResize="0"/>
            <p:nvPr/>
          </p:nvPicPr>
          <p:blipFill>
            <a:blip r:embed="rId2">
              <a:alphaModFix/>
            </a:blip>
            <a:stretch>
              <a:fillRect/>
            </a:stretch>
          </p:blipFill>
          <p:spPr>
            <a:xfrm rot="10800000" flipH="1">
              <a:off x="0" y="2052950"/>
              <a:ext cx="4220500" cy="3090550"/>
            </a:xfrm>
            <a:prstGeom prst="rect">
              <a:avLst/>
            </a:prstGeom>
            <a:noFill/>
            <a:ln>
              <a:noFill/>
            </a:ln>
          </p:spPr>
        </p:pic>
        <p:pic>
          <p:nvPicPr>
            <p:cNvPr id="113" name="Google Shape;113;p14"/>
            <p:cNvPicPr preferRelativeResize="0"/>
            <p:nvPr/>
          </p:nvPicPr>
          <p:blipFill>
            <a:blip r:embed="rId3">
              <a:alphaModFix/>
            </a:blip>
            <a:stretch>
              <a:fillRect/>
            </a:stretch>
          </p:blipFill>
          <p:spPr>
            <a:xfrm rot="10800000" flipH="1">
              <a:off x="6764924" y="0"/>
              <a:ext cx="2379077" cy="3237334"/>
            </a:xfrm>
            <a:prstGeom prst="rect">
              <a:avLst/>
            </a:prstGeom>
            <a:noFill/>
            <a:ln>
              <a:noFill/>
            </a:ln>
          </p:spPr>
        </p:pic>
      </p:grpSp>
      <p:grpSp>
        <p:nvGrpSpPr>
          <p:cNvPr id="114" name="Google Shape;114;p14"/>
          <p:cNvGrpSpPr/>
          <p:nvPr/>
        </p:nvGrpSpPr>
        <p:grpSpPr>
          <a:xfrm rot="10800000">
            <a:off x="8938969" y="5082263"/>
            <a:ext cx="6098767" cy="4639133"/>
            <a:chOff x="1522650" y="1117750"/>
            <a:chExt cx="4574075" cy="3479350"/>
          </a:xfrm>
        </p:grpSpPr>
        <p:sp>
          <p:nvSpPr>
            <p:cNvPr id="115" name="Google Shape;115;p14"/>
            <p:cNvSpPr/>
            <p:nvPr/>
          </p:nvSpPr>
          <p:spPr>
            <a:xfrm>
              <a:off x="2305900" y="1117750"/>
              <a:ext cx="3790825" cy="3217100"/>
            </a:xfrm>
            <a:custGeom>
              <a:avLst/>
              <a:gdLst/>
              <a:ahLst/>
              <a:cxnLst/>
              <a:rect l="l" t="t" r="r" b="b"/>
              <a:pathLst>
                <a:path w="151633" h="128684" extrusionOk="0">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6" name="Google Shape;116;p14"/>
            <p:cNvSpPr/>
            <p:nvPr/>
          </p:nvSpPr>
          <p:spPr>
            <a:xfrm>
              <a:off x="1522650" y="3538750"/>
              <a:ext cx="2417375" cy="1058350"/>
            </a:xfrm>
            <a:custGeom>
              <a:avLst/>
              <a:gdLst/>
              <a:ahLst/>
              <a:cxnLst/>
              <a:rect l="l" t="t" r="r" b="b"/>
              <a:pathLst>
                <a:path w="96695" h="42334" extrusionOk="0">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117" name="Google Shape;117;p14"/>
          <p:cNvSpPr txBox="1">
            <a:spLocks noGrp="1"/>
          </p:cNvSpPr>
          <p:nvPr>
            <p:ph type="title"/>
          </p:nvPr>
        </p:nvSpPr>
        <p:spPr>
          <a:xfrm>
            <a:off x="960000" y="593367"/>
            <a:ext cx="10272000" cy="7636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r>
              <a:rPr lang="en-US"/>
              <a:t>Click to edit Master title style</a:t>
            </a:r>
            <a:endParaRPr/>
          </a:p>
        </p:txBody>
      </p:sp>
    </p:spTree>
    <p:extLst>
      <p:ext uri="{BB962C8B-B14F-4D97-AF65-F5344CB8AC3E}">
        <p14:creationId xmlns:p14="http://schemas.microsoft.com/office/powerpoint/2010/main" val="316124029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text">
  <p:cSld name="Title and text">
    <p:spTree>
      <p:nvGrpSpPr>
        <p:cNvPr id="1" name="Shape 118"/>
        <p:cNvGrpSpPr/>
        <p:nvPr/>
      </p:nvGrpSpPr>
      <p:grpSpPr>
        <a:xfrm>
          <a:off x="0" y="0"/>
          <a:ext cx="0" cy="0"/>
          <a:chOff x="0" y="0"/>
          <a:chExt cx="0" cy="0"/>
        </a:xfrm>
      </p:grpSpPr>
      <p:grpSp>
        <p:nvGrpSpPr>
          <p:cNvPr id="119" name="Google Shape;119;p15"/>
          <p:cNvGrpSpPr/>
          <p:nvPr/>
        </p:nvGrpSpPr>
        <p:grpSpPr>
          <a:xfrm>
            <a:off x="0" y="5"/>
            <a:ext cx="12192005" cy="6857995"/>
            <a:chOff x="0" y="4"/>
            <a:chExt cx="9144004" cy="5143496"/>
          </a:xfrm>
        </p:grpSpPr>
        <p:pic>
          <p:nvPicPr>
            <p:cNvPr id="120" name="Google Shape;120;p15"/>
            <p:cNvPicPr preferRelativeResize="0"/>
            <p:nvPr/>
          </p:nvPicPr>
          <p:blipFill>
            <a:blip r:embed="rId2">
              <a:alphaModFix/>
            </a:blip>
            <a:stretch>
              <a:fillRect/>
            </a:stretch>
          </p:blipFill>
          <p:spPr>
            <a:xfrm rot="-5400000">
              <a:off x="-564975" y="1487975"/>
              <a:ext cx="4220500" cy="3090550"/>
            </a:xfrm>
            <a:prstGeom prst="rect">
              <a:avLst/>
            </a:prstGeom>
            <a:noFill/>
            <a:ln>
              <a:noFill/>
            </a:ln>
          </p:spPr>
        </p:pic>
        <p:pic>
          <p:nvPicPr>
            <p:cNvPr id="121" name="Google Shape;121;p15"/>
            <p:cNvPicPr preferRelativeResize="0"/>
            <p:nvPr/>
          </p:nvPicPr>
          <p:blipFill>
            <a:blip r:embed="rId3">
              <a:alphaModFix/>
            </a:blip>
            <a:stretch>
              <a:fillRect/>
            </a:stretch>
          </p:blipFill>
          <p:spPr>
            <a:xfrm rot="-5400000">
              <a:off x="6335799" y="-429125"/>
              <a:ext cx="2379077" cy="3237334"/>
            </a:xfrm>
            <a:prstGeom prst="rect">
              <a:avLst/>
            </a:prstGeom>
            <a:noFill/>
            <a:ln>
              <a:noFill/>
            </a:ln>
          </p:spPr>
        </p:pic>
      </p:grpSp>
      <p:grpSp>
        <p:nvGrpSpPr>
          <p:cNvPr id="122" name="Google Shape;122;p15"/>
          <p:cNvGrpSpPr/>
          <p:nvPr/>
        </p:nvGrpSpPr>
        <p:grpSpPr>
          <a:xfrm rot="-10539848" flipH="1">
            <a:off x="8144751" y="5398767"/>
            <a:ext cx="6098535" cy="4638956"/>
            <a:chOff x="1522650" y="1117750"/>
            <a:chExt cx="4574075" cy="3479350"/>
          </a:xfrm>
        </p:grpSpPr>
        <p:sp>
          <p:nvSpPr>
            <p:cNvPr id="123" name="Google Shape;123;p15"/>
            <p:cNvSpPr/>
            <p:nvPr/>
          </p:nvSpPr>
          <p:spPr>
            <a:xfrm>
              <a:off x="2305900" y="1117750"/>
              <a:ext cx="3790825" cy="3217100"/>
            </a:xfrm>
            <a:custGeom>
              <a:avLst/>
              <a:gdLst/>
              <a:ahLst/>
              <a:cxnLst/>
              <a:rect l="l" t="t" r="r" b="b"/>
              <a:pathLst>
                <a:path w="151633" h="128684" extrusionOk="0">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4" name="Google Shape;124;p15"/>
            <p:cNvSpPr/>
            <p:nvPr/>
          </p:nvSpPr>
          <p:spPr>
            <a:xfrm>
              <a:off x="1522650" y="3538750"/>
              <a:ext cx="2417375" cy="1058350"/>
            </a:xfrm>
            <a:custGeom>
              <a:avLst/>
              <a:gdLst/>
              <a:ahLst/>
              <a:cxnLst/>
              <a:rect l="l" t="t" r="r" b="b"/>
              <a:pathLst>
                <a:path w="96695" h="42334" extrusionOk="0">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125" name="Google Shape;125;p15"/>
          <p:cNvSpPr txBox="1">
            <a:spLocks noGrp="1"/>
          </p:cNvSpPr>
          <p:nvPr>
            <p:ph type="title"/>
          </p:nvPr>
        </p:nvSpPr>
        <p:spPr>
          <a:xfrm>
            <a:off x="5185567" y="1333400"/>
            <a:ext cx="4274000" cy="14072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r>
              <a:rPr lang="en-US"/>
              <a:t>Click to edit Master title style</a:t>
            </a:r>
            <a:endParaRPr/>
          </a:p>
        </p:txBody>
      </p:sp>
      <p:sp>
        <p:nvSpPr>
          <p:cNvPr id="126" name="Google Shape;126;p15"/>
          <p:cNvSpPr txBox="1">
            <a:spLocks noGrp="1"/>
          </p:cNvSpPr>
          <p:nvPr>
            <p:ph type="subTitle" idx="1"/>
          </p:nvPr>
        </p:nvSpPr>
        <p:spPr>
          <a:xfrm>
            <a:off x="5185567" y="2842600"/>
            <a:ext cx="5580400" cy="26820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AutoNum type="arabicPeriod"/>
              <a:defRPr/>
            </a:lvl1pPr>
            <a:lvl2pPr lvl="1" algn="ctr" rtl="0">
              <a:lnSpc>
                <a:spcPct val="100000"/>
              </a:lnSpc>
              <a:spcBef>
                <a:spcPts val="0"/>
              </a:spcBef>
              <a:spcAft>
                <a:spcPts val="0"/>
              </a:spcAft>
              <a:buSzPts val="1200"/>
              <a:buAutoNum type="alphaLcPeriod"/>
              <a:defRPr/>
            </a:lvl2pPr>
            <a:lvl3pPr lvl="2" algn="ctr" rtl="0">
              <a:lnSpc>
                <a:spcPct val="100000"/>
              </a:lnSpc>
              <a:spcBef>
                <a:spcPts val="0"/>
              </a:spcBef>
              <a:spcAft>
                <a:spcPts val="0"/>
              </a:spcAft>
              <a:buSzPts val="1200"/>
              <a:buAutoNum type="romanLcPeriod"/>
              <a:defRPr/>
            </a:lvl3pPr>
            <a:lvl4pPr lvl="3" algn="ctr" rtl="0">
              <a:lnSpc>
                <a:spcPct val="100000"/>
              </a:lnSpc>
              <a:spcBef>
                <a:spcPts val="0"/>
              </a:spcBef>
              <a:spcAft>
                <a:spcPts val="0"/>
              </a:spcAft>
              <a:buSzPts val="1200"/>
              <a:buAutoNum type="arabicPeriod"/>
              <a:defRPr/>
            </a:lvl4pPr>
            <a:lvl5pPr lvl="4" algn="ctr" rtl="0">
              <a:lnSpc>
                <a:spcPct val="100000"/>
              </a:lnSpc>
              <a:spcBef>
                <a:spcPts val="0"/>
              </a:spcBef>
              <a:spcAft>
                <a:spcPts val="0"/>
              </a:spcAft>
              <a:buSzPts val="1200"/>
              <a:buAutoNum type="alphaLcPeriod"/>
              <a:defRPr/>
            </a:lvl5pPr>
            <a:lvl6pPr lvl="5" algn="ctr" rtl="0">
              <a:lnSpc>
                <a:spcPct val="100000"/>
              </a:lnSpc>
              <a:spcBef>
                <a:spcPts val="0"/>
              </a:spcBef>
              <a:spcAft>
                <a:spcPts val="0"/>
              </a:spcAft>
              <a:buSzPts val="1200"/>
              <a:buAutoNum type="romanLcPeriod"/>
              <a:defRPr/>
            </a:lvl6pPr>
            <a:lvl7pPr lvl="6" algn="ctr" rtl="0">
              <a:lnSpc>
                <a:spcPct val="100000"/>
              </a:lnSpc>
              <a:spcBef>
                <a:spcPts val="0"/>
              </a:spcBef>
              <a:spcAft>
                <a:spcPts val="0"/>
              </a:spcAft>
              <a:buSzPts val="1200"/>
              <a:buAutoNum type="arabicPeriod"/>
              <a:defRPr/>
            </a:lvl7pPr>
            <a:lvl8pPr lvl="7" algn="ctr" rtl="0">
              <a:lnSpc>
                <a:spcPct val="100000"/>
              </a:lnSpc>
              <a:spcBef>
                <a:spcPts val="0"/>
              </a:spcBef>
              <a:spcAft>
                <a:spcPts val="0"/>
              </a:spcAft>
              <a:buSzPts val="1200"/>
              <a:buAutoNum type="alphaLcPeriod"/>
              <a:defRPr/>
            </a:lvl8pPr>
            <a:lvl9pPr lvl="8" algn="ctr" rtl="0">
              <a:lnSpc>
                <a:spcPct val="100000"/>
              </a:lnSpc>
              <a:spcBef>
                <a:spcPts val="0"/>
              </a:spcBef>
              <a:spcAft>
                <a:spcPts val="0"/>
              </a:spcAft>
              <a:buSzPts val="1200"/>
              <a:buAutoNum type="romanLcPeriod"/>
              <a:defRPr/>
            </a:lvl9pPr>
          </a:lstStyle>
          <a:p>
            <a:r>
              <a:rPr lang="en-US"/>
              <a:t>Click to edit Master subtitle style</a:t>
            </a:r>
            <a:endParaRPr/>
          </a:p>
        </p:txBody>
      </p:sp>
    </p:spTree>
    <p:extLst>
      <p:ext uri="{BB962C8B-B14F-4D97-AF65-F5344CB8AC3E}">
        <p14:creationId xmlns:p14="http://schemas.microsoft.com/office/powerpoint/2010/main" val="232835590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text 1">
  <p:cSld name="Title and text 1">
    <p:spTree>
      <p:nvGrpSpPr>
        <p:cNvPr id="1" name="Shape 127"/>
        <p:cNvGrpSpPr/>
        <p:nvPr/>
      </p:nvGrpSpPr>
      <p:grpSpPr>
        <a:xfrm>
          <a:off x="0" y="0"/>
          <a:ext cx="0" cy="0"/>
          <a:chOff x="0" y="0"/>
          <a:chExt cx="0" cy="0"/>
        </a:xfrm>
      </p:grpSpPr>
      <p:grpSp>
        <p:nvGrpSpPr>
          <p:cNvPr id="128" name="Google Shape;128;p16"/>
          <p:cNvGrpSpPr/>
          <p:nvPr/>
        </p:nvGrpSpPr>
        <p:grpSpPr>
          <a:xfrm>
            <a:off x="1" y="0"/>
            <a:ext cx="12192001" cy="6858000"/>
            <a:chOff x="0" y="0"/>
            <a:chExt cx="9144001" cy="5143500"/>
          </a:xfrm>
        </p:grpSpPr>
        <p:pic>
          <p:nvPicPr>
            <p:cNvPr id="129" name="Google Shape;129;p16"/>
            <p:cNvPicPr preferRelativeResize="0"/>
            <p:nvPr/>
          </p:nvPicPr>
          <p:blipFill>
            <a:blip r:embed="rId2">
              <a:alphaModFix/>
            </a:blip>
            <a:stretch>
              <a:fillRect/>
            </a:stretch>
          </p:blipFill>
          <p:spPr>
            <a:xfrm rot="10800000" flipH="1">
              <a:off x="0" y="2052950"/>
              <a:ext cx="4220500" cy="3090550"/>
            </a:xfrm>
            <a:prstGeom prst="rect">
              <a:avLst/>
            </a:prstGeom>
            <a:noFill/>
            <a:ln>
              <a:noFill/>
            </a:ln>
          </p:spPr>
        </p:pic>
        <p:pic>
          <p:nvPicPr>
            <p:cNvPr id="130" name="Google Shape;130;p16"/>
            <p:cNvPicPr preferRelativeResize="0"/>
            <p:nvPr/>
          </p:nvPicPr>
          <p:blipFill>
            <a:blip r:embed="rId3">
              <a:alphaModFix/>
            </a:blip>
            <a:stretch>
              <a:fillRect/>
            </a:stretch>
          </p:blipFill>
          <p:spPr>
            <a:xfrm rot="10800000" flipH="1">
              <a:off x="6764924" y="0"/>
              <a:ext cx="2379077" cy="3237334"/>
            </a:xfrm>
            <a:prstGeom prst="rect">
              <a:avLst/>
            </a:prstGeom>
            <a:noFill/>
            <a:ln>
              <a:noFill/>
            </a:ln>
          </p:spPr>
        </p:pic>
      </p:grpSp>
      <p:grpSp>
        <p:nvGrpSpPr>
          <p:cNvPr id="131" name="Google Shape;131;p16"/>
          <p:cNvGrpSpPr/>
          <p:nvPr/>
        </p:nvGrpSpPr>
        <p:grpSpPr>
          <a:xfrm rot="10800000">
            <a:off x="8938969" y="5082263"/>
            <a:ext cx="6098767" cy="4639133"/>
            <a:chOff x="1522650" y="1117750"/>
            <a:chExt cx="4574075" cy="3479350"/>
          </a:xfrm>
        </p:grpSpPr>
        <p:sp>
          <p:nvSpPr>
            <p:cNvPr id="132" name="Google Shape;132;p16"/>
            <p:cNvSpPr/>
            <p:nvPr/>
          </p:nvSpPr>
          <p:spPr>
            <a:xfrm>
              <a:off x="2305900" y="1117750"/>
              <a:ext cx="3790825" cy="3217100"/>
            </a:xfrm>
            <a:custGeom>
              <a:avLst/>
              <a:gdLst/>
              <a:ahLst/>
              <a:cxnLst/>
              <a:rect l="l" t="t" r="r" b="b"/>
              <a:pathLst>
                <a:path w="151633" h="128684" extrusionOk="0">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3" name="Google Shape;133;p16"/>
            <p:cNvSpPr/>
            <p:nvPr/>
          </p:nvSpPr>
          <p:spPr>
            <a:xfrm>
              <a:off x="1522650" y="3538750"/>
              <a:ext cx="2417375" cy="1058350"/>
            </a:xfrm>
            <a:custGeom>
              <a:avLst/>
              <a:gdLst/>
              <a:ahLst/>
              <a:cxnLst/>
              <a:rect l="l" t="t" r="r" b="b"/>
              <a:pathLst>
                <a:path w="96695" h="42334" extrusionOk="0">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134" name="Google Shape;134;p16"/>
          <p:cNvSpPr txBox="1">
            <a:spLocks noGrp="1"/>
          </p:cNvSpPr>
          <p:nvPr>
            <p:ph type="title"/>
          </p:nvPr>
        </p:nvSpPr>
        <p:spPr>
          <a:xfrm>
            <a:off x="950967" y="942767"/>
            <a:ext cx="3127200" cy="1299200"/>
          </a:xfrm>
          <a:prstGeom prst="rect">
            <a:avLst/>
          </a:prstGeom>
        </p:spPr>
        <p:txBody>
          <a:bodyPr spcFirstLastPara="1" wrap="square" lIns="91425" tIns="91425" rIns="91425" bIns="91425" anchor="b"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r>
              <a:rPr lang="en-US"/>
              <a:t>Click to edit Master title style</a:t>
            </a:r>
            <a:endParaRPr/>
          </a:p>
        </p:txBody>
      </p:sp>
      <p:sp>
        <p:nvSpPr>
          <p:cNvPr id="135" name="Google Shape;135;p16"/>
          <p:cNvSpPr txBox="1">
            <a:spLocks noGrp="1"/>
          </p:cNvSpPr>
          <p:nvPr>
            <p:ph type="subTitle" idx="1"/>
          </p:nvPr>
        </p:nvSpPr>
        <p:spPr>
          <a:xfrm>
            <a:off x="950967" y="2142367"/>
            <a:ext cx="3127200" cy="1502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r>
              <a:rPr lang="en-US"/>
              <a:t>Click to edit Master subtitle style</a:t>
            </a:r>
            <a:endParaRPr/>
          </a:p>
        </p:txBody>
      </p:sp>
      <p:sp>
        <p:nvSpPr>
          <p:cNvPr id="136" name="Google Shape;136;p16"/>
          <p:cNvSpPr>
            <a:spLocks noGrp="1"/>
          </p:cNvSpPr>
          <p:nvPr>
            <p:ph type="pic" idx="2"/>
          </p:nvPr>
        </p:nvSpPr>
        <p:spPr>
          <a:xfrm>
            <a:off x="7451333" y="719333"/>
            <a:ext cx="3734800" cy="5419600"/>
          </a:xfrm>
          <a:prstGeom prst="roundRect">
            <a:avLst>
              <a:gd name="adj" fmla="val 16667"/>
            </a:avLst>
          </a:prstGeom>
          <a:noFill/>
          <a:ln>
            <a:noFill/>
          </a:ln>
        </p:spPr>
      </p:sp>
      <p:sp>
        <p:nvSpPr>
          <p:cNvPr id="137" name="Google Shape;137;p16"/>
          <p:cNvSpPr>
            <a:spLocks noGrp="1"/>
          </p:cNvSpPr>
          <p:nvPr>
            <p:ph type="pic" idx="3"/>
          </p:nvPr>
        </p:nvSpPr>
        <p:spPr>
          <a:xfrm>
            <a:off x="4228600" y="719333"/>
            <a:ext cx="3072400" cy="3047600"/>
          </a:xfrm>
          <a:prstGeom prst="roundRect">
            <a:avLst>
              <a:gd name="adj" fmla="val 16667"/>
            </a:avLst>
          </a:prstGeom>
          <a:noFill/>
          <a:ln>
            <a:noFill/>
          </a:ln>
        </p:spPr>
      </p:sp>
      <p:sp>
        <p:nvSpPr>
          <p:cNvPr id="138" name="Google Shape;138;p16"/>
          <p:cNvSpPr>
            <a:spLocks noGrp="1"/>
          </p:cNvSpPr>
          <p:nvPr>
            <p:ph type="pic" idx="4"/>
          </p:nvPr>
        </p:nvSpPr>
        <p:spPr>
          <a:xfrm>
            <a:off x="4228600" y="3938367"/>
            <a:ext cx="3072400" cy="2200400"/>
          </a:xfrm>
          <a:prstGeom prst="roundRect">
            <a:avLst>
              <a:gd name="adj" fmla="val 16667"/>
            </a:avLst>
          </a:prstGeom>
          <a:noFill/>
          <a:ln>
            <a:noFill/>
          </a:ln>
        </p:spPr>
      </p:sp>
      <p:sp>
        <p:nvSpPr>
          <p:cNvPr id="139" name="Google Shape;139;p16"/>
          <p:cNvSpPr>
            <a:spLocks noGrp="1"/>
          </p:cNvSpPr>
          <p:nvPr>
            <p:ph type="pic" idx="5"/>
          </p:nvPr>
        </p:nvSpPr>
        <p:spPr>
          <a:xfrm>
            <a:off x="1005867" y="3938367"/>
            <a:ext cx="3072400" cy="2200400"/>
          </a:xfrm>
          <a:prstGeom prst="roundRect">
            <a:avLst>
              <a:gd name="adj" fmla="val 16667"/>
            </a:avLst>
          </a:prstGeom>
          <a:noFill/>
          <a:ln>
            <a:noFill/>
          </a:ln>
        </p:spPr>
      </p:sp>
    </p:spTree>
    <p:extLst>
      <p:ext uri="{BB962C8B-B14F-4D97-AF65-F5344CB8AC3E}">
        <p14:creationId xmlns:p14="http://schemas.microsoft.com/office/powerpoint/2010/main" val="206275413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and text 2">
  <p:cSld name="Title and text 2">
    <p:spTree>
      <p:nvGrpSpPr>
        <p:cNvPr id="1" name="Shape 140"/>
        <p:cNvGrpSpPr/>
        <p:nvPr/>
      </p:nvGrpSpPr>
      <p:grpSpPr>
        <a:xfrm>
          <a:off x="0" y="0"/>
          <a:ext cx="0" cy="0"/>
          <a:chOff x="0" y="0"/>
          <a:chExt cx="0" cy="0"/>
        </a:xfrm>
      </p:grpSpPr>
      <p:grpSp>
        <p:nvGrpSpPr>
          <p:cNvPr id="141" name="Google Shape;141;p17"/>
          <p:cNvGrpSpPr/>
          <p:nvPr/>
        </p:nvGrpSpPr>
        <p:grpSpPr>
          <a:xfrm>
            <a:off x="0" y="5"/>
            <a:ext cx="12192005" cy="6857995"/>
            <a:chOff x="0" y="4"/>
            <a:chExt cx="9144004" cy="5143496"/>
          </a:xfrm>
        </p:grpSpPr>
        <p:pic>
          <p:nvPicPr>
            <p:cNvPr id="142" name="Google Shape;142;p17"/>
            <p:cNvPicPr preferRelativeResize="0"/>
            <p:nvPr/>
          </p:nvPicPr>
          <p:blipFill>
            <a:blip r:embed="rId2">
              <a:alphaModFix/>
            </a:blip>
            <a:stretch>
              <a:fillRect/>
            </a:stretch>
          </p:blipFill>
          <p:spPr>
            <a:xfrm rot="-5400000">
              <a:off x="-564975" y="1487975"/>
              <a:ext cx="4220500" cy="3090550"/>
            </a:xfrm>
            <a:prstGeom prst="rect">
              <a:avLst/>
            </a:prstGeom>
            <a:noFill/>
            <a:ln>
              <a:noFill/>
            </a:ln>
          </p:spPr>
        </p:pic>
        <p:pic>
          <p:nvPicPr>
            <p:cNvPr id="143" name="Google Shape;143;p17"/>
            <p:cNvPicPr preferRelativeResize="0"/>
            <p:nvPr/>
          </p:nvPicPr>
          <p:blipFill>
            <a:blip r:embed="rId3">
              <a:alphaModFix/>
            </a:blip>
            <a:stretch>
              <a:fillRect/>
            </a:stretch>
          </p:blipFill>
          <p:spPr>
            <a:xfrm rot="-5400000">
              <a:off x="6335799" y="-429125"/>
              <a:ext cx="2379077" cy="3237334"/>
            </a:xfrm>
            <a:prstGeom prst="rect">
              <a:avLst/>
            </a:prstGeom>
            <a:noFill/>
            <a:ln>
              <a:noFill/>
            </a:ln>
          </p:spPr>
        </p:pic>
      </p:grpSp>
      <p:grpSp>
        <p:nvGrpSpPr>
          <p:cNvPr id="144" name="Google Shape;144;p17"/>
          <p:cNvGrpSpPr/>
          <p:nvPr/>
        </p:nvGrpSpPr>
        <p:grpSpPr>
          <a:xfrm rot="-10539848" flipH="1">
            <a:off x="8144751" y="5398767"/>
            <a:ext cx="6098535" cy="4638956"/>
            <a:chOff x="1522650" y="1117750"/>
            <a:chExt cx="4574075" cy="3479350"/>
          </a:xfrm>
        </p:grpSpPr>
        <p:sp>
          <p:nvSpPr>
            <p:cNvPr id="145" name="Google Shape;145;p17"/>
            <p:cNvSpPr/>
            <p:nvPr/>
          </p:nvSpPr>
          <p:spPr>
            <a:xfrm>
              <a:off x="2305900" y="1117750"/>
              <a:ext cx="3790825" cy="3217100"/>
            </a:xfrm>
            <a:custGeom>
              <a:avLst/>
              <a:gdLst/>
              <a:ahLst/>
              <a:cxnLst/>
              <a:rect l="l" t="t" r="r" b="b"/>
              <a:pathLst>
                <a:path w="151633" h="128684" extrusionOk="0">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6" name="Google Shape;146;p17"/>
            <p:cNvSpPr/>
            <p:nvPr/>
          </p:nvSpPr>
          <p:spPr>
            <a:xfrm>
              <a:off x="1522650" y="3538750"/>
              <a:ext cx="2417375" cy="1058350"/>
            </a:xfrm>
            <a:custGeom>
              <a:avLst/>
              <a:gdLst/>
              <a:ahLst/>
              <a:cxnLst/>
              <a:rect l="l" t="t" r="r" b="b"/>
              <a:pathLst>
                <a:path w="96695" h="42334" extrusionOk="0">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147" name="Google Shape;147;p17"/>
          <p:cNvSpPr txBox="1">
            <a:spLocks noGrp="1"/>
          </p:cNvSpPr>
          <p:nvPr>
            <p:ph type="title"/>
          </p:nvPr>
        </p:nvSpPr>
        <p:spPr>
          <a:xfrm>
            <a:off x="960000" y="593367"/>
            <a:ext cx="10272000" cy="7636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r>
              <a:rPr lang="en-US"/>
              <a:t>Click to edit Master title style</a:t>
            </a:r>
            <a:endParaRPr/>
          </a:p>
        </p:txBody>
      </p:sp>
      <p:sp>
        <p:nvSpPr>
          <p:cNvPr id="148" name="Google Shape;148;p17"/>
          <p:cNvSpPr txBox="1">
            <a:spLocks noGrp="1"/>
          </p:cNvSpPr>
          <p:nvPr>
            <p:ph type="subTitle" idx="1"/>
          </p:nvPr>
        </p:nvSpPr>
        <p:spPr>
          <a:xfrm>
            <a:off x="959967" y="1552600"/>
            <a:ext cx="4998400" cy="1585200"/>
          </a:xfrm>
          <a:prstGeom prst="rect">
            <a:avLst/>
          </a:prstGeom>
        </p:spPr>
        <p:txBody>
          <a:bodyPr spcFirstLastPara="1" wrap="square" lIns="91425" tIns="91425" rIns="91425" bIns="91425" anchor="t" anchorCtr="0">
            <a:noAutofit/>
          </a:bodyPr>
          <a:lstStyle>
            <a:lvl1pPr lvl="0">
              <a:spcBef>
                <a:spcPts val="0"/>
              </a:spcBef>
              <a:spcAft>
                <a:spcPts val="0"/>
              </a:spcAft>
              <a:buClr>
                <a:schemeClr val="accent1"/>
              </a:buClr>
              <a:buSzPts val="1200"/>
              <a:buChar char="●"/>
              <a:defRPr/>
            </a:lvl1pPr>
            <a:lvl2pPr lvl="1">
              <a:spcBef>
                <a:spcPts val="0"/>
              </a:spcBef>
              <a:spcAft>
                <a:spcPts val="0"/>
              </a:spcAft>
              <a:buSzPts val="1200"/>
              <a:buChar char="○"/>
              <a:defRPr/>
            </a:lvl2pPr>
            <a:lvl3pPr lvl="2">
              <a:spcBef>
                <a:spcPts val="0"/>
              </a:spcBef>
              <a:spcAft>
                <a:spcPts val="0"/>
              </a:spcAft>
              <a:buSzPts val="1200"/>
              <a:buChar char="■"/>
              <a:defRPr/>
            </a:lvl3pPr>
            <a:lvl4pPr lvl="3">
              <a:spcBef>
                <a:spcPts val="0"/>
              </a:spcBef>
              <a:spcAft>
                <a:spcPts val="0"/>
              </a:spcAft>
              <a:buSzPts val="1200"/>
              <a:buChar char="●"/>
              <a:defRPr/>
            </a:lvl4pPr>
            <a:lvl5pPr lvl="4">
              <a:spcBef>
                <a:spcPts val="0"/>
              </a:spcBef>
              <a:spcAft>
                <a:spcPts val="0"/>
              </a:spcAft>
              <a:buSzPts val="1200"/>
              <a:buChar char="○"/>
              <a:defRPr/>
            </a:lvl5pPr>
            <a:lvl6pPr lvl="5">
              <a:spcBef>
                <a:spcPts val="0"/>
              </a:spcBef>
              <a:spcAft>
                <a:spcPts val="0"/>
              </a:spcAft>
              <a:buSzPts val="1200"/>
              <a:buChar char="■"/>
              <a:defRPr/>
            </a:lvl6pPr>
            <a:lvl7pPr lvl="6">
              <a:spcBef>
                <a:spcPts val="0"/>
              </a:spcBef>
              <a:spcAft>
                <a:spcPts val="0"/>
              </a:spcAft>
              <a:buSzPts val="1200"/>
              <a:buChar char="●"/>
              <a:defRPr/>
            </a:lvl7pPr>
            <a:lvl8pPr lvl="7">
              <a:spcBef>
                <a:spcPts val="0"/>
              </a:spcBef>
              <a:spcAft>
                <a:spcPts val="0"/>
              </a:spcAft>
              <a:buSzPts val="1200"/>
              <a:buChar char="○"/>
              <a:defRPr/>
            </a:lvl8pPr>
            <a:lvl9pPr lvl="8">
              <a:spcBef>
                <a:spcPts val="0"/>
              </a:spcBef>
              <a:spcAft>
                <a:spcPts val="0"/>
              </a:spcAft>
              <a:buSzPts val="1200"/>
              <a:buChar char="■"/>
              <a:defRPr/>
            </a:lvl9pPr>
          </a:lstStyle>
          <a:p>
            <a:r>
              <a:rPr lang="en-US"/>
              <a:t>Click to edit Master subtitle style</a:t>
            </a:r>
            <a:endParaRPr/>
          </a:p>
        </p:txBody>
      </p:sp>
    </p:spTree>
    <p:extLst>
      <p:ext uri="{BB962C8B-B14F-4D97-AF65-F5344CB8AC3E}">
        <p14:creationId xmlns:p14="http://schemas.microsoft.com/office/powerpoint/2010/main" val="21737170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and text 3">
  <p:cSld name="Title and text 3">
    <p:spTree>
      <p:nvGrpSpPr>
        <p:cNvPr id="1" name="Shape 149"/>
        <p:cNvGrpSpPr/>
        <p:nvPr/>
      </p:nvGrpSpPr>
      <p:grpSpPr>
        <a:xfrm>
          <a:off x="0" y="0"/>
          <a:ext cx="0" cy="0"/>
          <a:chOff x="0" y="0"/>
          <a:chExt cx="0" cy="0"/>
        </a:xfrm>
      </p:grpSpPr>
      <p:grpSp>
        <p:nvGrpSpPr>
          <p:cNvPr id="150" name="Google Shape;150;p18"/>
          <p:cNvGrpSpPr/>
          <p:nvPr/>
        </p:nvGrpSpPr>
        <p:grpSpPr>
          <a:xfrm>
            <a:off x="1" y="0"/>
            <a:ext cx="12192001" cy="6858000"/>
            <a:chOff x="0" y="0"/>
            <a:chExt cx="9144001" cy="5143500"/>
          </a:xfrm>
        </p:grpSpPr>
        <p:pic>
          <p:nvPicPr>
            <p:cNvPr id="151" name="Google Shape;151;p18"/>
            <p:cNvPicPr preferRelativeResize="0"/>
            <p:nvPr/>
          </p:nvPicPr>
          <p:blipFill>
            <a:blip r:embed="rId2">
              <a:alphaModFix/>
            </a:blip>
            <a:stretch>
              <a:fillRect/>
            </a:stretch>
          </p:blipFill>
          <p:spPr>
            <a:xfrm rot="10800000" flipH="1">
              <a:off x="0" y="2052950"/>
              <a:ext cx="4220500" cy="3090550"/>
            </a:xfrm>
            <a:prstGeom prst="rect">
              <a:avLst/>
            </a:prstGeom>
            <a:noFill/>
            <a:ln>
              <a:noFill/>
            </a:ln>
          </p:spPr>
        </p:pic>
        <p:pic>
          <p:nvPicPr>
            <p:cNvPr id="152" name="Google Shape;152;p18"/>
            <p:cNvPicPr preferRelativeResize="0"/>
            <p:nvPr/>
          </p:nvPicPr>
          <p:blipFill>
            <a:blip r:embed="rId3">
              <a:alphaModFix/>
            </a:blip>
            <a:stretch>
              <a:fillRect/>
            </a:stretch>
          </p:blipFill>
          <p:spPr>
            <a:xfrm rot="10800000" flipH="1">
              <a:off x="6764924" y="0"/>
              <a:ext cx="2379077" cy="3237334"/>
            </a:xfrm>
            <a:prstGeom prst="rect">
              <a:avLst/>
            </a:prstGeom>
            <a:noFill/>
            <a:ln>
              <a:noFill/>
            </a:ln>
          </p:spPr>
        </p:pic>
      </p:grpSp>
      <p:grpSp>
        <p:nvGrpSpPr>
          <p:cNvPr id="153" name="Google Shape;153;p18"/>
          <p:cNvGrpSpPr/>
          <p:nvPr/>
        </p:nvGrpSpPr>
        <p:grpSpPr>
          <a:xfrm rot="10800000">
            <a:off x="8938969" y="5082263"/>
            <a:ext cx="6098767" cy="4639133"/>
            <a:chOff x="1522650" y="1117750"/>
            <a:chExt cx="4574075" cy="3479350"/>
          </a:xfrm>
        </p:grpSpPr>
        <p:sp>
          <p:nvSpPr>
            <p:cNvPr id="154" name="Google Shape;154;p18"/>
            <p:cNvSpPr/>
            <p:nvPr/>
          </p:nvSpPr>
          <p:spPr>
            <a:xfrm>
              <a:off x="2305900" y="1117750"/>
              <a:ext cx="3790825" cy="3217100"/>
            </a:xfrm>
            <a:custGeom>
              <a:avLst/>
              <a:gdLst/>
              <a:ahLst/>
              <a:cxnLst/>
              <a:rect l="l" t="t" r="r" b="b"/>
              <a:pathLst>
                <a:path w="151633" h="128684" extrusionOk="0">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5" name="Google Shape;155;p18"/>
            <p:cNvSpPr/>
            <p:nvPr/>
          </p:nvSpPr>
          <p:spPr>
            <a:xfrm>
              <a:off x="1522650" y="3538750"/>
              <a:ext cx="2417375" cy="1058350"/>
            </a:xfrm>
            <a:custGeom>
              <a:avLst/>
              <a:gdLst/>
              <a:ahLst/>
              <a:cxnLst/>
              <a:rect l="l" t="t" r="r" b="b"/>
              <a:pathLst>
                <a:path w="96695" h="42334" extrusionOk="0">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156" name="Google Shape;156;p18"/>
          <p:cNvSpPr txBox="1">
            <a:spLocks noGrp="1"/>
          </p:cNvSpPr>
          <p:nvPr>
            <p:ph type="subTitle" idx="1"/>
          </p:nvPr>
        </p:nvSpPr>
        <p:spPr>
          <a:xfrm>
            <a:off x="959967" y="1858400"/>
            <a:ext cx="6687200" cy="29380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accent1"/>
              </a:buClr>
              <a:buSzPts val="1200"/>
              <a:buChar char="●"/>
              <a:defRPr/>
            </a:lvl1pPr>
            <a:lvl2pPr lvl="1" rtl="0">
              <a:spcBef>
                <a:spcPts val="0"/>
              </a:spcBef>
              <a:spcAft>
                <a:spcPts val="0"/>
              </a:spcAft>
              <a:buSzPts val="1200"/>
              <a:buChar char="○"/>
              <a:defRPr/>
            </a:lvl2pPr>
            <a:lvl3pPr lvl="2" rtl="0">
              <a:spcBef>
                <a:spcPts val="0"/>
              </a:spcBef>
              <a:spcAft>
                <a:spcPts val="0"/>
              </a:spcAft>
              <a:buSzPts val="1200"/>
              <a:buChar char="■"/>
              <a:defRPr/>
            </a:lvl3pPr>
            <a:lvl4pPr lvl="3" rtl="0">
              <a:spcBef>
                <a:spcPts val="0"/>
              </a:spcBef>
              <a:spcAft>
                <a:spcPts val="0"/>
              </a:spcAft>
              <a:buSzPts val="1200"/>
              <a:buChar char="●"/>
              <a:defRPr/>
            </a:lvl4pPr>
            <a:lvl5pPr lvl="4" rtl="0">
              <a:spcBef>
                <a:spcPts val="0"/>
              </a:spcBef>
              <a:spcAft>
                <a:spcPts val="0"/>
              </a:spcAft>
              <a:buSzPts val="1200"/>
              <a:buChar char="○"/>
              <a:defRPr/>
            </a:lvl5pPr>
            <a:lvl6pPr lvl="5" rtl="0">
              <a:spcBef>
                <a:spcPts val="0"/>
              </a:spcBef>
              <a:spcAft>
                <a:spcPts val="0"/>
              </a:spcAft>
              <a:buSzPts val="1200"/>
              <a:buChar char="■"/>
              <a:defRPr/>
            </a:lvl6pPr>
            <a:lvl7pPr lvl="6" rtl="0">
              <a:spcBef>
                <a:spcPts val="0"/>
              </a:spcBef>
              <a:spcAft>
                <a:spcPts val="0"/>
              </a:spcAft>
              <a:buSzPts val="1200"/>
              <a:buChar char="●"/>
              <a:defRPr/>
            </a:lvl7pPr>
            <a:lvl8pPr lvl="7" rtl="0">
              <a:spcBef>
                <a:spcPts val="0"/>
              </a:spcBef>
              <a:spcAft>
                <a:spcPts val="0"/>
              </a:spcAft>
              <a:buSzPts val="1200"/>
              <a:buChar char="○"/>
              <a:defRPr/>
            </a:lvl8pPr>
            <a:lvl9pPr lvl="8" rtl="0">
              <a:spcBef>
                <a:spcPts val="0"/>
              </a:spcBef>
              <a:spcAft>
                <a:spcPts val="0"/>
              </a:spcAft>
              <a:buSzPts val="1200"/>
              <a:buChar char="■"/>
              <a:defRPr/>
            </a:lvl9pPr>
          </a:lstStyle>
          <a:p>
            <a:r>
              <a:rPr lang="en-US"/>
              <a:t>Click to edit Master subtitle style</a:t>
            </a:r>
            <a:endParaRPr/>
          </a:p>
        </p:txBody>
      </p:sp>
      <p:sp>
        <p:nvSpPr>
          <p:cNvPr id="157" name="Google Shape;157;p18"/>
          <p:cNvSpPr txBox="1">
            <a:spLocks noGrp="1"/>
          </p:cNvSpPr>
          <p:nvPr>
            <p:ph type="title"/>
          </p:nvPr>
        </p:nvSpPr>
        <p:spPr>
          <a:xfrm>
            <a:off x="960000" y="593367"/>
            <a:ext cx="10272000" cy="7636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r>
              <a:rPr lang="en-US"/>
              <a:t>Click to edit Master title style</a:t>
            </a:r>
            <a:endParaRPr/>
          </a:p>
        </p:txBody>
      </p:sp>
    </p:spTree>
    <p:extLst>
      <p:ext uri="{BB962C8B-B14F-4D97-AF65-F5344CB8AC3E}">
        <p14:creationId xmlns:p14="http://schemas.microsoft.com/office/powerpoint/2010/main" val="374605152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and three columns">
  <p:cSld name="Title and three columns">
    <p:spTree>
      <p:nvGrpSpPr>
        <p:cNvPr id="1" name="Shape 158"/>
        <p:cNvGrpSpPr/>
        <p:nvPr/>
      </p:nvGrpSpPr>
      <p:grpSpPr>
        <a:xfrm>
          <a:off x="0" y="0"/>
          <a:ext cx="0" cy="0"/>
          <a:chOff x="0" y="0"/>
          <a:chExt cx="0" cy="0"/>
        </a:xfrm>
      </p:grpSpPr>
      <p:grpSp>
        <p:nvGrpSpPr>
          <p:cNvPr id="159" name="Google Shape;159;p19"/>
          <p:cNvGrpSpPr/>
          <p:nvPr/>
        </p:nvGrpSpPr>
        <p:grpSpPr>
          <a:xfrm>
            <a:off x="1" y="0"/>
            <a:ext cx="12192001" cy="6858000"/>
            <a:chOff x="0" y="0"/>
            <a:chExt cx="9144001" cy="5143500"/>
          </a:xfrm>
        </p:grpSpPr>
        <p:pic>
          <p:nvPicPr>
            <p:cNvPr id="160" name="Google Shape;160;p19"/>
            <p:cNvPicPr preferRelativeResize="0"/>
            <p:nvPr/>
          </p:nvPicPr>
          <p:blipFill>
            <a:blip r:embed="rId2">
              <a:alphaModFix/>
            </a:blip>
            <a:stretch>
              <a:fillRect/>
            </a:stretch>
          </p:blipFill>
          <p:spPr>
            <a:xfrm rot="10800000" flipH="1">
              <a:off x="0" y="2052950"/>
              <a:ext cx="4220500" cy="3090550"/>
            </a:xfrm>
            <a:prstGeom prst="rect">
              <a:avLst/>
            </a:prstGeom>
            <a:noFill/>
            <a:ln>
              <a:noFill/>
            </a:ln>
          </p:spPr>
        </p:pic>
        <p:pic>
          <p:nvPicPr>
            <p:cNvPr id="161" name="Google Shape;161;p19"/>
            <p:cNvPicPr preferRelativeResize="0"/>
            <p:nvPr/>
          </p:nvPicPr>
          <p:blipFill>
            <a:blip r:embed="rId3">
              <a:alphaModFix/>
            </a:blip>
            <a:stretch>
              <a:fillRect/>
            </a:stretch>
          </p:blipFill>
          <p:spPr>
            <a:xfrm rot="10800000" flipH="1">
              <a:off x="6764924" y="0"/>
              <a:ext cx="2379077" cy="3237334"/>
            </a:xfrm>
            <a:prstGeom prst="rect">
              <a:avLst/>
            </a:prstGeom>
            <a:noFill/>
            <a:ln>
              <a:noFill/>
            </a:ln>
          </p:spPr>
        </p:pic>
      </p:grpSp>
      <p:grpSp>
        <p:nvGrpSpPr>
          <p:cNvPr id="162" name="Google Shape;162;p19"/>
          <p:cNvGrpSpPr/>
          <p:nvPr/>
        </p:nvGrpSpPr>
        <p:grpSpPr>
          <a:xfrm rot="10800000">
            <a:off x="8938969" y="5082263"/>
            <a:ext cx="6098767" cy="4639133"/>
            <a:chOff x="1522650" y="1117750"/>
            <a:chExt cx="4574075" cy="3479350"/>
          </a:xfrm>
        </p:grpSpPr>
        <p:sp>
          <p:nvSpPr>
            <p:cNvPr id="163" name="Google Shape;163;p19"/>
            <p:cNvSpPr/>
            <p:nvPr/>
          </p:nvSpPr>
          <p:spPr>
            <a:xfrm>
              <a:off x="2305900" y="1117750"/>
              <a:ext cx="3790825" cy="3217100"/>
            </a:xfrm>
            <a:custGeom>
              <a:avLst/>
              <a:gdLst/>
              <a:ahLst/>
              <a:cxnLst/>
              <a:rect l="l" t="t" r="r" b="b"/>
              <a:pathLst>
                <a:path w="151633" h="128684" extrusionOk="0">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4" name="Google Shape;164;p19"/>
            <p:cNvSpPr/>
            <p:nvPr/>
          </p:nvSpPr>
          <p:spPr>
            <a:xfrm>
              <a:off x="1522650" y="3538750"/>
              <a:ext cx="2417375" cy="1058350"/>
            </a:xfrm>
            <a:custGeom>
              <a:avLst/>
              <a:gdLst/>
              <a:ahLst/>
              <a:cxnLst/>
              <a:rect l="l" t="t" r="r" b="b"/>
              <a:pathLst>
                <a:path w="96695" h="42334" extrusionOk="0">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165" name="Google Shape;165;p19"/>
          <p:cNvSpPr txBox="1">
            <a:spLocks noGrp="1"/>
          </p:cNvSpPr>
          <p:nvPr>
            <p:ph type="title"/>
          </p:nvPr>
        </p:nvSpPr>
        <p:spPr>
          <a:xfrm>
            <a:off x="960000" y="593367"/>
            <a:ext cx="10272000" cy="7636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r>
              <a:rPr lang="en-US"/>
              <a:t>Click to edit Master title style</a:t>
            </a:r>
            <a:endParaRPr/>
          </a:p>
        </p:txBody>
      </p:sp>
      <p:sp>
        <p:nvSpPr>
          <p:cNvPr id="166" name="Google Shape;166;p19"/>
          <p:cNvSpPr txBox="1">
            <a:spLocks noGrp="1"/>
          </p:cNvSpPr>
          <p:nvPr>
            <p:ph type="subTitle" idx="1"/>
          </p:nvPr>
        </p:nvSpPr>
        <p:spPr>
          <a:xfrm>
            <a:off x="1154033" y="3655633"/>
            <a:ext cx="2919200" cy="2483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r>
              <a:rPr lang="en-US"/>
              <a:t>Click to edit Master subtitle style</a:t>
            </a:r>
            <a:endParaRPr/>
          </a:p>
        </p:txBody>
      </p:sp>
      <p:sp>
        <p:nvSpPr>
          <p:cNvPr id="167" name="Google Shape;167;p19"/>
          <p:cNvSpPr txBox="1">
            <a:spLocks noGrp="1"/>
          </p:cNvSpPr>
          <p:nvPr>
            <p:ph type="subTitle" idx="2"/>
          </p:nvPr>
        </p:nvSpPr>
        <p:spPr>
          <a:xfrm>
            <a:off x="4578497" y="3655633"/>
            <a:ext cx="2919200" cy="2483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r>
              <a:rPr lang="en-US"/>
              <a:t>Click to edit Master subtitle style</a:t>
            </a:r>
            <a:endParaRPr/>
          </a:p>
        </p:txBody>
      </p:sp>
      <p:sp>
        <p:nvSpPr>
          <p:cNvPr id="168" name="Google Shape;168;p19"/>
          <p:cNvSpPr txBox="1">
            <a:spLocks noGrp="1"/>
          </p:cNvSpPr>
          <p:nvPr>
            <p:ph type="subTitle" idx="3"/>
          </p:nvPr>
        </p:nvSpPr>
        <p:spPr>
          <a:xfrm>
            <a:off x="8002971" y="3655633"/>
            <a:ext cx="2919200" cy="2483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r>
              <a:rPr lang="en-US"/>
              <a:t>Click to edit Master subtitle style</a:t>
            </a:r>
            <a:endParaRPr/>
          </a:p>
        </p:txBody>
      </p:sp>
      <p:sp>
        <p:nvSpPr>
          <p:cNvPr id="169" name="Google Shape;169;p19"/>
          <p:cNvSpPr txBox="1">
            <a:spLocks noGrp="1"/>
          </p:cNvSpPr>
          <p:nvPr>
            <p:ph type="subTitle" idx="4"/>
          </p:nvPr>
        </p:nvSpPr>
        <p:spPr>
          <a:xfrm>
            <a:off x="1154033" y="2728667"/>
            <a:ext cx="2919200" cy="9444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2400">
                <a:solidFill>
                  <a:schemeClr val="dk1"/>
                </a:solidFill>
                <a:latin typeface="Space Grotesk Medium"/>
                <a:ea typeface="Space Grotesk Medium"/>
                <a:cs typeface="Space Grotesk Medium"/>
                <a:sym typeface="Space Grotesk Medium"/>
              </a:defRPr>
            </a:lvl1pPr>
            <a:lvl2pPr lvl="1" algn="ctr" rtl="0">
              <a:lnSpc>
                <a:spcPct val="100000"/>
              </a:lnSpc>
              <a:spcBef>
                <a:spcPts val="0"/>
              </a:spcBef>
              <a:spcAft>
                <a:spcPts val="0"/>
              </a:spcAft>
              <a:buSzPts val="2400"/>
              <a:buFont typeface="Raleway"/>
              <a:buNone/>
              <a:defRPr sz="3200" b="1">
                <a:latin typeface="Raleway"/>
                <a:ea typeface="Raleway"/>
                <a:cs typeface="Raleway"/>
                <a:sym typeface="Raleway"/>
              </a:defRPr>
            </a:lvl2pPr>
            <a:lvl3pPr lvl="2" algn="ctr" rtl="0">
              <a:lnSpc>
                <a:spcPct val="100000"/>
              </a:lnSpc>
              <a:spcBef>
                <a:spcPts val="0"/>
              </a:spcBef>
              <a:spcAft>
                <a:spcPts val="0"/>
              </a:spcAft>
              <a:buSzPts val="2400"/>
              <a:buFont typeface="Raleway"/>
              <a:buNone/>
              <a:defRPr sz="3200" b="1">
                <a:latin typeface="Raleway"/>
                <a:ea typeface="Raleway"/>
                <a:cs typeface="Raleway"/>
                <a:sym typeface="Raleway"/>
              </a:defRPr>
            </a:lvl3pPr>
            <a:lvl4pPr lvl="3" algn="ctr" rtl="0">
              <a:lnSpc>
                <a:spcPct val="100000"/>
              </a:lnSpc>
              <a:spcBef>
                <a:spcPts val="0"/>
              </a:spcBef>
              <a:spcAft>
                <a:spcPts val="0"/>
              </a:spcAft>
              <a:buSzPts val="2400"/>
              <a:buFont typeface="Raleway"/>
              <a:buNone/>
              <a:defRPr sz="3200" b="1">
                <a:latin typeface="Raleway"/>
                <a:ea typeface="Raleway"/>
                <a:cs typeface="Raleway"/>
                <a:sym typeface="Raleway"/>
              </a:defRPr>
            </a:lvl4pPr>
            <a:lvl5pPr lvl="4" algn="ctr" rtl="0">
              <a:lnSpc>
                <a:spcPct val="100000"/>
              </a:lnSpc>
              <a:spcBef>
                <a:spcPts val="0"/>
              </a:spcBef>
              <a:spcAft>
                <a:spcPts val="0"/>
              </a:spcAft>
              <a:buSzPts val="2400"/>
              <a:buFont typeface="Raleway"/>
              <a:buNone/>
              <a:defRPr sz="3200" b="1">
                <a:latin typeface="Raleway"/>
                <a:ea typeface="Raleway"/>
                <a:cs typeface="Raleway"/>
                <a:sym typeface="Raleway"/>
              </a:defRPr>
            </a:lvl5pPr>
            <a:lvl6pPr lvl="5" algn="ctr" rtl="0">
              <a:lnSpc>
                <a:spcPct val="100000"/>
              </a:lnSpc>
              <a:spcBef>
                <a:spcPts val="0"/>
              </a:spcBef>
              <a:spcAft>
                <a:spcPts val="0"/>
              </a:spcAft>
              <a:buSzPts val="2400"/>
              <a:buFont typeface="Raleway"/>
              <a:buNone/>
              <a:defRPr sz="3200" b="1">
                <a:latin typeface="Raleway"/>
                <a:ea typeface="Raleway"/>
                <a:cs typeface="Raleway"/>
                <a:sym typeface="Raleway"/>
              </a:defRPr>
            </a:lvl6pPr>
            <a:lvl7pPr lvl="6" algn="ctr" rtl="0">
              <a:lnSpc>
                <a:spcPct val="100000"/>
              </a:lnSpc>
              <a:spcBef>
                <a:spcPts val="0"/>
              </a:spcBef>
              <a:spcAft>
                <a:spcPts val="0"/>
              </a:spcAft>
              <a:buSzPts val="2400"/>
              <a:buFont typeface="Raleway"/>
              <a:buNone/>
              <a:defRPr sz="3200" b="1">
                <a:latin typeface="Raleway"/>
                <a:ea typeface="Raleway"/>
                <a:cs typeface="Raleway"/>
                <a:sym typeface="Raleway"/>
              </a:defRPr>
            </a:lvl7pPr>
            <a:lvl8pPr lvl="7" algn="ctr" rtl="0">
              <a:lnSpc>
                <a:spcPct val="100000"/>
              </a:lnSpc>
              <a:spcBef>
                <a:spcPts val="0"/>
              </a:spcBef>
              <a:spcAft>
                <a:spcPts val="0"/>
              </a:spcAft>
              <a:buSzPts val="2400"/>
              <a:buFont typeface="Raleway"/>
              <a:buNone/>
              <a:defRPr sz="3200" b="1">
                <a:latin typeface="Raleway"/>
                <a:ea typeface="Raleway"/>
                <a:cs typeface="Raleway"/>
                <a:sym typeface="Raleway"/>
              </a:defRPr>
            </a:lvl8pPr>
            <a:lvl9pPr lvl="8" algn="ctr" rtl="0">
              <a:lnSpc>
                <a:spcPct val="100000"/>
              </a:lnSpc>
              <a:spcBef>
                <a:spcPts val="0"/>
              </a:spcBef>
              <a:spcAft>
                <a:spcPts val="0"/>
              </a:spcAft>
              <a:buSzPts val="2400"/>
              <a:buFont typeface="Raleway"/>
              <a:buNone/>
              <a:defRPr sz="3200" b="1">
                <a:latin typeface="Raleway"/>
                <a:ea typeface="Raleway"/>
                <a:cs typeface="Raleway"/>
                <a:sym typeface="Raleway"/>
              </a:defRPr>
            </a:lvl9pPr>
          </a:lstStyle>
          <a:p>
            <a:r>
              <a:rPr lang="en-US"/>
              <a:t>Click to edit Master subtitle style</a:t>
            </a:r>
            <a:endParaRPr/>
          </a:p>
        </p:txBody>
      </p:sp>
      <p:sp>
        <p:nvSpPr>
          <p:cNvPr id="170" name="Google Shape;170;p19"/>
          <p:cNvSpPr txBox="1">
            <a:spLocks noGrp="1"/>
          </p:cNvSpPr>
          <p:nvPr>
            <p:ph type="subTitle" idx="5"/>
          </p:nvPr>
        </p:nvSpPr>
        <p:spPr>
          <a:xfrm>
            <a:off x="4578504" y="2728667"/>
            <a:ext cx="2919200" cy="9444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2400">
                <a:solidFill>
                  <a:schemeClr val="dk1"/>
                </a:solidFill>
                <a:latin typeface="Space Grotesk Medium"/>
                <a:ea typeface="Space Grotesk Medium"/>
                <a:cs typeface="Space Grotesk Medium"/>
                <a:sym typeface="Space Grotesk Medium"/>
              </a:defRPr>
            </a:lvl1pPr>
            <a:lvl2pPr lvl="1" algn="ctr" rtl="0">
              <a:lnSpc>
                <a:spcPct val="100000"/>
              </a:lnSpc>
              <a:spcBef>
                <a:spcPts val="0"/>
              </a:spcBef>
              <a:spcAft>
                <a:spcPts val="0"/>
              </a:spcAft>
              <a:buSzPts val="2400"/>
              <a:buFont typeface="Raleway"/>
              <a:buNone/>
              <a:defRPr sz="3200" b="1">
                <a:latin typeface="Raleway"/>
                <a:ea typeface="Raleway"/>
                <a:cs typeface="Raleway"/>
                <a:sym typeface="Raleway"/>
              </a:defRPr>
            </a:lvl2pPr>
            <a:lvl3pPr lvl="2" algn="ctr" rtl="0">
              <a:lnSpc>
                <a:spcPct val="100000"/>
              </a:lnSpc>
              <a:spcBef>
                <a:spcPts val="0"/>
              </a:spcBef>
              <a:spcAft>
                <a:spcPts val="0"/>
              </a:spcAft>
              <a:buSzPts val="2400"/>
              <a:buFont typeface="Raleway"/>
              <a:buNone/>
              <a:defRPr sz="3200" b="1">
                <a:latin typeface="Raleway"/>
                <a:ea typeface="Raleway"/>
                <a:cs typeface="Raleway"/>
                <a:sym typeface="Raleway"/>
              </a:defRPr>
            </a:lvl3pPr>
            <a:lvl4pPr lvl="3" algn="ctr" rtl="0">
              <a:lnSpc>
                <a:spcPct val="100000"/>
              </a:lnSpc>
              <a:spcBef>
                <a:spcPts val="0"/>
              </a:spcBef>
              <a:spcAft>
                <a:spcPts val="0"/>
              </a:spcAft>
              <a:buSzPts val="2400"/>
              <a:buFont typeface="Raleway"/>
              <a:buNone/>
              <a:defRPr sz="3200" b="1">
                <a:latin typeface="Raleway"/>
                <a:ea typeface="Raleway"/>
                <a:cs typeface="Raleway"/>
                <a:sym typeface="Raleway"/>
              </a:defRPr>
            </a:lvl4pPr>
            <a:lvl5pPr lvl="4" algn="ctr" rtl="0">
              <a:lnSpc>
                <a:spcPct val="100000"/>
              </a:lnSpc>
              <a:spcBef>
                <a:spcPts val="0"/>
              </a:spcBef>
              <a:spcAft>
                <a:spcPts val="0"/>
              </a:spcAft>
              <a:buSzPts val="2400"/>
              <a:buFont typeface="Raleway"/>
              <a:buNone/>
              <a:defRPr sz="3200" b="1">
                <a:latin typeface="Raleway"/>
                <a:ea typeface="Raleway"/>
                <a:cs typeface="Raleway"/>
                <a:sym typeface="Raleway"/>
              </a:defRPr>
            </a:lvl5pPr>
            <a:lvl6pPr lvl="5" algn="ctr" rtl="0">
              <a:lnSpc>
                <a:spcPct val="100000"/>
              </a:lnSpc>
              <a:spcBef>
                <a:spcPts val="0"/>
              </a:spcBef>
              <a:spcAft>
                <a:spcPts val="0"/>
              </a:spcAft>
              <a:buSzPts val="2400"/>
              <a:buFont typeface="Raleway"/>
              <a:buNone/>
              <a:defRPr sz="3200" b="1">
                <a:latin typeface="Raleway"/>
                <a:ea typeface="Raleway"/>
                <a:cs typeface="Raleway"/>
                <a:sym typeface="Raleway"/>
              </a:defRPr>
            </a:lvl6pPr>
            <a:lvl7pPr lvl="6" algn="ctr" rtl="0">
              <a:lnSpc>
                <a:spcPct val="100000"/>
              </a:lnSpc>
              <a:spcBef>
                <a:spcPts val="0"/>
              </a:spcBef>
              <a:spcAft>
                <a:spcPts val="0"/>
              </a:spcAft>
              <a:buSzPts val="2400"/>
              <a:buFont typeface="Raleway"/>
              <a:buNone/>
              <a:defRPr sz="3200" b="1">
                <a:latin typeface="Raleway"/>
                <a:ea typeface="Raleway"/>
                <a:cs typeface="Raleway"/>
                <a:sym typeface="Raleway"/>
              </a:defRPr>
            </a:lvl7pPr>
            <a:lvl8pPr lvl="7" algn="ctr" rtl="0">
              <a:lnSpc>
                <a:spcPct val="100000"/>
              </a:lnSpc>
              <a:spcBef>
                <a:spcPts val="0"/>
              </a:spcBef>
              <a:spcAft>
                <a:spcPts val="0"/>
              </a:spcAft>
              <a:buSzPts val="2400"/>
              <a:buFont typeface="Raleway"/>
              <a:buNone/>
              <a:defRPr sz="3200" b="1">
                <a:latin typeface="Raleway"/>
                <a:ea typeface="Raleway"/>
                <a:cs typeface="Raleway"/>
                <a:sym typeface="Raleway"/>
              </a:defRPr>
            </a:lvl8pPr>
            <a:lvl9pPr lvl="8" algn="ctr" rtl="0">
              <a:lnSpc>
                <a:spcPct val="100000"/>
              </a:lnSpc>
              <a:spcBef>
                <a:spcPts val="0"/>
              </a:spcBef>
              <a:spcAft>
                <a:spcPts val="0"/>
              </a:spcAft>
              <a:buSzPts val="2400"/>
              <a:buFont typeface="Raleway"/>
              <a:buNone/>
              <a:defRPr sz="3200" b="1">
                <a:latin typeface="Raleway"/>
                <a:ea typeface="Raleway"/>
                <a:cs typeface="Raleway"/>
                <a:sym typeface="Raleway"/>
              </a:defRPr>
            </a:lvl9pPr>
          </a:lstStyle>
          <a:p>
            <a:r>
              <a:rPr lang="en-US"/>
              <a:t>Click to edit Master subtitle style</a:t>
            </a:r>
            <a:endParaRPr/>
          </a:p>
        </p:txBody>
      </p:sp>
      <p:sp>
        <p:nvSpPr>
          <p:cNvPr id="171" name="Google Shape;171;p19"/>
          <p:cNvSpPr txBox="1">
            <a:spLocks noGrp="1"/>
          </p:cNvSpPr>
          <p:nvPr>
            <p:ph type="subTitle" idx="6"/>
          </p:nvPr>
        </p:nvSpPr>
        <p:spPr>
          <a:xfrm>
            <a:off x="8002975" y="2728667"/>
            <a:ext cx="2919200" cy="9444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2400">
                <a:solidFill>
                  <a:schemeClr val="dk1"/>
                </a:solidFill>
                <a:latin typeface="Space Grotesk Medium"/>
                <a:ea typeface="Space Grotesk Medium"/>
                <a:cs typeface="Space Grotesk Medium"/>
                <a:sym typeface="Space Grotesk Medium"/>
              </a:defRPr>
            </a:lvl1pPr>
            <a:lvl2pPr lvl="1" algn="ctr" rtl="0">
              <a:lnSpc>
                <a:spcPct val="100000"/>
              </a:lnSpc>
              <a:spcBef>
                <a:spcPts val="0"/>
              </a:spcBef>
              <a:spcAft>
                <a:spcPts val="0"/>
              </a:spcAft>
              <a:buSzPts val="2400"/>
              <a:buFont typeface="Raleway"/>
              <a:buNone/>
              <a:defRPr sz="3200" b="1">
                <a:latin typeface="Raleway"/>
                <a:ea typeface="Raleway"/>
                <a:cs typeface="Raleway"/>
                <a:sym typeface="Raleway"/>
              </a:defRPr>
            </a:lvl2pPr>
            <a:lvl3pPr lvl="2" algn="ctr" rtl="0">
              <a:lnSpc>
                <a:spcPct val="100000"/>
              </a:lnSpc>
              <a:spcBef>
                <a:spcPts val="0"/>
              </a:spcBef>
              <a:spcAft>
                <a:spcPts val="0"/>
              </a:spcAft>
              <a:buSzPts val="2400"/>
              <a:buFont typeface="Raleway"/>
              <a:buNone/>
              <a:defRPr sz="3200" b="1">
                <a:latin typeface="Raleway"/>
                <a:ea typeface="Raleway"/>
                <a:cs typeface="Raleway"/>
                <a:sym typeface="Raleway"/>
              </a:defRPr>
            </a:lvl3pPr>
            <a:lvl4pPr lvl="3" algn="ctr" rtl="0">
              <a:lnSpc>
                <a:spcPct val="100000"/>
              </a:lnSpc>
              <a:spcBef>
                <a:spcPts val="0"/>
              </a:spcBef>
              <a:spcAft>
                <a:spcPts val="0"/>
              </a:spcAft>
              <a:buSzPts val="2400"/>
              <a:buFont typeface="Raleway"/>
              <a:buNone/>
              <a:defRPr sz="3200" b="1">
                <a:latin typeface="Raleway"/>
                <a:ea typeface="Raleway"/>
                <a:cs typeface="Raleway"/>
                <a:sym typeface="Raleway"/>
              </a:defRPr>
            </a:lvl4pPr>
            <a:lvl5pPr lvl="4" algn="ctr" rtl="0">
              <a:lnSpc>
                <a:spcPct val="100000"/>
              </a:lnSpc>
              <a:spcBef>
                <a:spcPts val="0"/>
              </a:spcBef>
              <a:spcAft>
                <a:spcPts val="0"/>
              </a:spcAft>
              <a:buSzPts val="2400"/>
              <a:buFont typeface="Raleway"/>
              <a:buNone/>
              <a:defRPr sz="3200" b="1">
                <a:latin typeface="Raleway"/>
                <a:ea typeface="Raleway"/>
                <a:cs typeface="Raleway"/>
                <a:sym typeface="Raleway"/>
              </a:defRPr>
            </a:lvl5pPr>
            <a:lvl6pPr lvl="5" algn="ctr" rtl="0">
              <a:lnSpc>
                <a:spcPct val="100000"/>
              </a:lnSpc>
              <a:spcBef>
                <a:spcPts val="0"/>
              </a:spcBef>
              <a:spcAft>
                <a:spcPts val="0"/>
              </a:spcAft>
              <a:buSzPts val="2400"/>
              <a:buFont typeface="Raleway"/>
              <a:buNone/>
              <a:defRPr sz="3200" b="1">
                <a:latin typeface="Raleway"/>
                <a:ea typeface="Raleway"/>
                <a:cs typeface="Raleway"/>
                <a:sym typeface="Raleway"/>
              </a:defRPr>
            </a:lvl6pPr>
            <a:lvl7pPr lvl="6" algn="ctr" rtl="0">
              <a:lnSpc>
                <a:spcPct val="100000"/>
              </a:lnSpc>
              <a:spcBef>
                <a:spcPts val="0"/>
              </a:spcBef>
              <a:spcAft>
                <a:spcPts val="0"/>
              </a:spcAft>
              <a:buSzPts val="2400"/>
              <a:buFont typeface="Raleway"/>
              <a:buNone/>
              <a:defRPr sz="3200" b="1">
                <a:latin typeface="Raleway"/>
                <a:ea typeface="Raleway"/>
                <a:cs typeface="Raleway"/>
                <a:sym typeface="Raleway"/>
              </a:defRPr>
            </a:lvl7pPr>
            <a:lvl8pPr lvl="7" algn="ctr" rtl="0">
              <a:lnSpc>
                <a:spcPct val="100000"/>
              </a:lnSpc>
              <a:spcBef>
                <a:spcPts val="0"/>
              </a:spcBef>
              <a:spcAft>
                <a:spcPts val="0"/>
              </a:spcAft>
              <a:buSzPts val="2400"/>
              <a:buFont typeface="Raleway"/>
              <a:buNone/>
              <a:defRPr sz="3200" b="1">
                <a:latin typeface="Raleway"/>
                <a:ea typeface="Raleway"/>
                <a:cs typeface="Raleway"/>
                <a:sym typeface="Raleway"/>
              </a:defRPr>
            </a:lvl8pPr>
            <a:lvl9pPr lvl="8" algn="ctr" rtl="0">
              <a:lnSpc>
                <a:spcPct val="100000"/>
              </a:lnSpc>
              <a:spcBef>
                <a:spcPts val="0"/>
              </a:spcBef>
              <a:spcAft>
                <a:spcPts val="0"/>
              </a:spcAft>
              <a:buSzPts val="2400"/>
              <a:buFont typeface="Raleway"/>
              <a:buNone/>
              <a:defRPr sz="3200" b="1">
                <a:latin typeface="Raleway"/>
                <a:ea typeface="Raleway"/>
                <a:cs typeface="Raleway"/>
                <a:sym typeface="Raleway"/>
              </a:defRPr>
            </a:lvl9pPr>
          </a:lstStyle>
          <a:p>
            <a:r>
              <a:rPr lang="en-US"/>
              <a:t>Click to edit Master subtitle style</a:t>
            </a:r>
            <a:endParaRPr/>
          </a:p>
        </p:txBody>
      </p:sp>
    </p:spTree>
    <p:extLst>
      <p:ext uri="{BB962C8B-B14F-4D97-AF65-F5344CB8AC3E}">
        <p14:creationId xmlns:p14="http://schemas.microsoft.com/office/powerpoint/2010/main" val="72960696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itle and four columns">
  <p:cSld name="Title and four columns">
    <p:spTree>
      <p:nvGrpSpPr>
        <p:cNvPr id="1" name="Shape 172"/>
        <p:cNvGrpSpPr/>
        <p:nvPr/>
      </p:nvGrpSpPr>
      <p:grpSpPr>
        <a:xfrm>
          <a:off x="0" y="0"/>
          <a:ext cx="0" cy="0"/>
          <a:chOff x="0" y="0"/>
          <a:chExt cx="0" cy="0"/>
        </a:xfrm>
      </p:grpSpPr>
      <p:grpSp>
        <p:nvGrpSpPr>
          <p:cNvPr id="173" name="Google Shape;173;p20"/>
          <p:cNvGrpSpPr/>
          <p:nvPr/>
        </p:nvGrpSpPr>
        <p:grpSpPr>
          <a:xfrm>
            <a:off x="0" y="5"/>
            <a:ext cx="12192005" cy="6857995"/>
            <a:chOff x="0" y="4"/>
            <a:chExt cx="9144004" cy="5143496"/>
          </a:xfrm>
        </p:grpSpPr>
        <p:pic>
          <p:nvPicPr>
            <p:cNvPr id="174" name="Google Shape;174;p20"/>
            <p:cNvPicPr preferRelativeResize="0"/>
            <p:nvPr/>
          </p:nvPicPr>
          <p:blipFill>
            <a:blip r:embed="rId2">
              <a:alphaModFix/>
            </a:blip>
            <a:stretch>
              <a:fillRect/>
            </a:stretch>
          </p:blipFill>
          <p:spPr>
            <a:xfrm rot="-5400000">
              <a:off x="-564975" y="1487975"/>
              <a:ext cx="4220500" cy="3090550"/>
            </a:xfrm>
            <a:prstGeom prst="rect">
              <a:avLst/>
            </a:prstGeom>
            <a:noFill/>
            <a:ln>
              <a:noFill/>
            </a:ln>
          </p:spPr>
        </p:pic>
        <p:pic>
          <p:nvPicPr>
            <p:cNvPr id="175" name="Google Shape;175;p20"/>
            <p:cNvPicPr preferRelativeResize="0"/>
            <p:nvPr/>
          </p:nvPicPr>
          <p:blipFill>
            <a:blip r:embed="rId3">
              <a:alphaModFix/>
            </a:blip>
            <a:stretch>
              <a:fillRect/>
            </a:stretch>
          </p:blipFill>
          <p:spPr>
            <a:xfrm rot="-5400000">
              <a:off x="6335799" y="-429125"/>
              <a:ext cx="2379077" cy="3237334"/>
            </a:xfrm>
            <a:prstGeom prst="rect">
              <a:avLst/>
            </a:prstGeom>
            <a:noFill/>
            <a:ln>
              <a:noFill/>
            </a:ln>
          </p:spPr>
        </p:pic>
      </p:grpSp>
      <p:grpSp>
        <p:nvGrpSpPr>
          <p:cNvPr id="176" name="Google Shape;176;p20"/>
          <p:cNvGrpSpPr/>
          <p:nvPr/>
        </p:nvGrpSpPr>
        <p:grpSpPr>
          <a:xfrm rot="-10539848" flipH="1">
            <a:off x="8144751" y="5398767"/>
            <a:ext cx="6098535" cy="4638956"/>
            <a:chOff x="1522650" y="1117750"/>
            <a:chExt cx="4574075" cy="3479350"/>
          </a:xfrm>
        </p:grpSpPr>
        <p:sp>
          <p:nvSpPr>
            <p:cNvPr id="177" name="Google Shape;177;p20"/>
            <p:cNvSpPr/>
            <p:nvPr/>
          </p:nvSpPr>
          <p:spPr>
            <a:xfrm>
              <a:off x="2305900" y="1117750"/>
              <a:ext cx="3790825" cy="3217100"/>
            </a:xfrm>
            <a:custGeom>
              <a:avLst/>
              <a:gdLst/>
              <a:ahLst/>
              <a:cxnLst/>
              <a:rect l="l" t="t" r="r" b="b"/>
              <a:pathLst>
                <a:path w="151633" h="128684" extrusionOk="0">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8" name="Google Shape;178;p20"/>
            <p:cNvSpPr/>
            <p:nvPr/>
          </p:nvSpPr>
          <p:spPr>
            <a:xfrm>
              <a:off x="1522650" y="3538750"/>
              <a:ext cx="2417375" cy="1058350"/>
            </a:xfrm>
            <a:custGeom>
              <a:avLst/>
              <a:gdLst/>
              <a:ahLst/>
              <a:cxnLst/>
              <a:rect l="l" t="t" r="r" b="b"/>
              <a:pathLst>
                <a:path w="96695" h="42334" extrusionOk="0">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179" name="Google Shape;179;p20"/>
          <p:cNvSpPr txBox="1">
            <a:spLocks noGrp="1"/>
          </p:cNvSpPr>
          <p:nvPr>
            <p:ph type="title"/>
          </p:nvPr>
        </p:nvSpPr>
        <p:spPr>
          <a:xfrm>
            <a:off x="960000" y="593367"/>
            <a:ext cx="10272000" cy="7636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r>
              <a:rPr lang="en-US"/>
              <a:t>Click to edit Master title style</a:t>
            </a:r>
            <a:endParaRPr/>
          </a:p>
        </p:txBody>
      </p:sp>
      <p:sp>
        <p:nvSpPr>
          <p:cNvPr id="180" name="Google Shape;180;p20"/>
          <p:cNvSpPr txBox="1">
            <a:spLocks noGrp="1"/>
          </p:cNvSpPr>
          <p:nvPr>
            <p:ph type="subTitle" idx="1"/>
          </p:nvPr>
        </p:nvSpPr>
        <p:spPr>
          <a:xfrm>
            <a:off x="1634232" y="2212567"/>
            <a:ext cx="4291600" cy="1610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r>
              <a:rPr lang="en-US"/>
              <a:t>Click to edit Master subtitle style</a:t>
            </a:r>
            <a:endParaRPr/>
          </a:p>
        </p:txBody>
      </p:sp>
      <p:sp>
        <p:nvSpPr>
          <p:cNvPr id="181" name="Google Shape;181;p20"/>
          <p:cNvSpPr txBox="1">
            <a:spLocks noGrp="1"/>
          </p:cNvSpPr>
          <p:nvPr>
            <p:ph type="subTitle" idx="2"/>
          </p:nvPr>
        </p:nvSpPr>
        <p:spPr>
          <a:xfrm>
            <a:off x="6736167" y="2212567"/>
            <a:ext cx="4291600" cy="1610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r>
              <a:rPr lang="en-US"/>
              <a:t>Click to edit Master subtitle style</a:t>
            </a:r>
            <a:endParaRPr/>
          </a:p>
        </p:txBody>
      </p:sp>
      <p:sp>
        <p:nvSpPr>
          <p:cNvPr id="182" name="Google Shape;182;p20"/>
          <p:cNvSpPr txBox="1">
            <a:spLocks noGrp="1"/>
          </p:cNvSpPr>
          <p:nvPr>
            <p:ph type="subTitle" idx="3"/>
          </p:nvPr>
        </p:nvSpPr>
        <p:spPr>
          <a:xfrm>
            <a:off x="1634232" y="4426667"/>
            <a:ext cx="4291600" cy="1610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r>
              <a:rPr lang="en-US"/>
              <a:t>Click to edit Master subtitle style</a:t>
            </a:r>
            <a:endParaRPr/>
          </a:p>
        </p:txBody>
      </p:sp>
      <p:sp>
        <p:nvSpPr>
          <p:cNvPr id="183" name="Google Shape;183;p20"/>
          <p:cNvSpPr txBox="1">
            <a:spLocks noGrp="1"/>
          </p:cNvSpPr>
          <p:nvPr>
            <p:ph type="subTitle" idx="4"/>
          </p:nvPr>
        </p:nvSpPr>
        <p:spPr>
          <a:xfrm>
            <a:off x="6736167" y="4426667"/>
            <a:ext cx="4291600" cy="1610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r>
              <a:rPr lang="en-US"/>
              <a:t>Click to edit Master subtitle style</a:t>
            </a:r>
            <a:endParaRPr/>
          </a:p>
        </p:txBody>
      </p:sp>
      <p:sp>
        <p:nvSpPr>
          <p:cNvPr id="184" name="Google Shape;184;p20"/>
          <p:cNvSpPr txBox="1">
            <a:spLocks noGrp="1"/>
          </p:cNvSpPr>
          <p:nvPr>
            <p:ph type="subTitle" idx="5"/>
          </p:nvPr>
        </p:nvSpPr>
        <p:spPr>
          <a:xfrm>
            <a:off x="1634233" y="1775567"/>
            <a:ext cx="4291600" cy="5488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2400">
                <a:solidFill>
                  <a:schemeClr val="dk1"/>
                </a:solidFill>
                <a:latin typeface="Space Grotesk Medium"/>
                <a:ea typeface="Space Grotesk Medium"/>
                <a:cs typeface="Space Grotesk Medium"/>
                <a:sym typeface="Space Grotesk Medium"/>
              </a:defRPr>
            </a:lvl1pPr>
            <a:lvl2pPr lvl="1" algn="ctr" rtl="0">
              <a:lnSpc>
                <a:spcPct val="100000"/>
              </a:lnSpc>
              <a:spcBef>
                <a:spcPts val="0"/>
              </a:spcBef>
              <a:spcAft>
                <a:spcPts val="0"/>
              </a:spcAft>
              <a:buSzPts val="2400"/>
              <a:buFont typeface="Raleway"/>
              <a:buNone/>
              <a:defRPr sz="3200" b="1">
                <a:latin typeface="Raleway"/>
                <a:ea typeface="Raleway"/>
                <a:cs typeface="Raleway"/>
                <a:sym typeface="Raleway"/>
              </a:defRPr>
            </a:lvl2pPr>
            <a:lvl3pPr lvl="2" algn="ctr" rtl="0">
              <a:lnSpc>
                <a:spcPct val="100000"/>
              </a:lnSpc>
              <a:spcBef>
                <a:spcPts val="0"/>
              </a:spcBef>
              <a:spcAft>
                <a:spcPts val="0"/>
              </a:spcAft>
              <a:buSzPts val="2400"/>
              <a:buFont typeface="Raleway"/>
              <a:buNone/>
              <a:defRPr sz="3200" b="1">
                <a:latin typeface="Raleway"/>
                <a:ea typeface="Raleway"/>
                <a:cs typeface="Raleway"/>
                <a:sym typeface="Raleway"/>
              </a:defRPr>
            </a:lvl3pPr>
            <a:lvl4pPr lvl="3" algn="ctr" rtl="0">
              <a:lnSpc>
                <a:spcPct val="100000"/>
              </a:lnSpc>
              <a:spcBef>
                <a:spcPts val="0"/>
              </a:spcBef>
              <a:spcAft>
                <a:spcPts val="0"/>
              </a:spcAft>
              <a:buSzPts val="2400"/>
              <a:buFont typeface="Raleway"/>
              <a:buNone/>
              <a:defRPr sz="3200" b="1">
                <a:latin typeface="Raleway"/>
                <a:ea typeface="Raleway"/>
                <a:cs typeface="Raleway"/>
                <a:sym typeface="Raleway"/>
              </a:defRPr>
            </a:lvl4pPr>
            <a:lvl5pPr lvl="4" algn="ctr" rtl="0">
              <a:lnSpc>
                <a:spcPct val="100000"/>
              </a:lnSpc>
              <a:spcBef>
                <a:spcPts val="0"/>
              </a:spcBef>
              <a:spcAft>
                <a:spcPts val="0"/>
              </a:spcAft>
              <a:buSzPts val="2400"/>
              <a:buFont typeface="Raleway"/>
              <a:buNone/>
              <a:defRPr sz="3200" b="1">
                <a:latin typeface="Raleway"/>
                <a:ea typeface="Raleway"/>
                <a:cs typeface="Raleway"/>
                <a:sym typeface="Raleway"/>
              </a:defRPr>
            </a:lvl5pPr>
            <a:lvl6pPr lvl="5" algn="ctr" rtl="0">
              <a:lnSpc>
                <a:spcPct val="100000"/>
              </a:lnSpc>
              <a:spcBef>
                <a:spcPts val="0"/>
              </a:spcBef>
              <a:spcAft>
                <a:spcPts val="0"/>
              </a:spcAft>
              <a:buSzPts val="2400"/>
              <a:buFont typeface="Raleway"/>
              <a:buNone/>
              <a:defRPr sz="3200" b="1">
                <a:latin typeface="Raleway"/>
                <a:ea typeface="Raleway"/>
                <a:cs typeface="Raleway"/>
                <a:sym typeface="Raleway"/>
              </a:defRPr>
            </a:lvl6pPr>
            <a:lvl7pPr lvl="6" algn="ctr" rtl="0">
              <a:lnSpc>
                <a:spcPct val="100000"/>
              </a:lnSpc>
              <a:spcBef>
                <a:spcPts val="0"/>
              </a:spcBef>
              <a:spcAft>
                <a:spcPts val="0"/>
              </a:spcAft>
              <a:buSzPts val="2400"/>
              <a:buFont typeface="Raleway"/>
              <a:buNone/>
              <a:defRPr sz="3200" b="1">
                <a:latin typeface="Raleway"/>
                <a:ea typeface="Raleway"/>
                <a:cs typeface="Raleway"/>
                <a:sym typeface="Raleway"/>
              </a:defRPr>
            </a:lvl7pPr>
            <a:lvl8pPr lvl="7" algn="ctr" rtl="0">
              <a:lnSpc>
                <a:spcPct val="100000"/>
              </a:lnSpc>
              <a:spcBef>
                <a:spcPts val="0"/>
              </a:spcBef>
              <a:spcAft>
                <a:spcPts val="0"/>
              </a:spcAft>
              <a:buSzPts val="2400"/>
              <a:buFont typeface="Raleway"/>
              <a:buNone/>
              <a:defRPr sz="3200" b="1">
                <a:latin typeface="Raleway"/>
                <a:ea typeface="Raleway"/>
                <a:cs typeface="Raleway"/>
                <a:sym typeface="Raleway"/>
              </a:defRPr>
            </a:lvl8pPr>
            <a:lvl9pPr lvl="8" algn="ctr" rtl="0">
              <a:lnSpc>
                <a:spcPct val="100000"/>
              </a:lnSpc>
              <a:spcBef>
                <a:spcPts val="0"/>
              </a:spcBef>
              <a:spcAft>
                <a:spcPts val="0"/>
              </a:spcAft>
              <a:buSzPts val="2400"/>
              <a:buFont typeface="Raleway"/>
              <a:buNone/>
              <a:defRPr sz="3200" b="1">
                <a:latin typeface="Raleway"/>
                <a:ea typeface="Raleway"/>
                <a:cs typeface="Raleway"/>
                <a:sym typeface="Raleway"/>
              </a:defRPr>
            </a:lvl9pPr>
          </a:lstStyle>
          <a:p>
            <a:r>
              <a:rPr lang="en-US"/>
              <a:t>Click to edit Master subtitle style</a:t>
            </a:r>
            <a:endParaRPr/>
          </a:p>
        </p:txBody>
      </p:sp>
      <p:sp>
        <p:nvSpPr>
          <p:cNvPr id="185" name="Google Shape;185;p20"/>
          <p:cNvSpPr txBox="1">
            <a:spLocks noGrp="1"/>
          </p:cNvSpPr>
          <p:nvPr>
            <p:ph type="subTitle" idx="6"/>
          </p:nvPr>
        </p:nvSpPr>
        <p:spPr>
          <a:xfrm>
            <a:off x="1634233" y="3989700"/>
            <a:ext cx="4291600" cy="5488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2400">
                <a:solidFill>
                  <a:schemeClr val="dk1"/>
                </a:solidFill>
                <a:latin typeface="Space Grotesk Medium"/>
                <a:ea typeface="Space Grotesk Medium"/>
                <a:cs typeface="Space Grotesk Medium"/>
                <a:sym typeface="Space Grotesk Medium"/>
              </a:defRPr>
            </a:lvl1pPr>
            <a:lvl2pPr lvl="1" algn="ctr" rtl="0">
              <a:lnSpc>
                <a:spcPct val="100000"/>
              </a:lnSpc>
              <a:spcBef>
                <a:spcPts val="0"/>
              </a:spcBef>
              <a:spcAft>
                <a:spcPts val="0"/>
              </a:spcAft>
              <a:buSzPts val="2400"/>
              <a:buFont typeface="Raleway"/>
              <a:buNone/>
              <a:defRPr sz="3200" b="1">
                <a:latin typeface="Raleway"/>
                <a:ea typeface="Raleway"/>
                <a:cs typeface="Raleway"/>
                <a:sym typeface="Raleway"/>
              </a:defRPr>
            </a:lvl2pPr>
            <a:lvl3pPr lvl="2" algn="ctr" rtl="0">
              <a:lnSpc>
                <a:spcPct val="100000"/>
              </a:lnSpc>
              <a:spcBef>
                <a:spcPts val="0"/>
              </a:spcBef>
              <a:spcAft>
                <a:spcPts val="0"/>
              </a:spcAft>
              <a:buSzPts val="2400"/>
              <a:buFont typeface="Raleway"/>
              <a:buNone/>
              <a:defRPr sz="3200" b="1">
                <a:latin typeface="Raleway"/>
                <a:ea typeface="Raleway"/>
                <a:cs typeface="Raleway"/>
                <a:sym typeface="Raleway"/>
              </a:defRPr>
            </a:lvl3pPr>
            <a:lvl4pPr lvl="3" algn="ctr" rtl="0">
              <a:lnSpc>
                <a:spcPct val="100000"/>
              </a:lnSpc>
              <a:spcBef>
                <a:spcPts val="0"/>
              </a:spcBef>
              <a:spcAft>
                <a:spcPts val="0"/>
              </a:spcAft>
              <a:buSzPts val="2400"/>
              <a:buFont typeface="Raleway"/>
              <a:buNone/>
              <a:defRPr sz="3200" b="1">
                <a:latin typeface="Raleway"/>
                <a:ea typeface="Raleway"/>
                <a:cs typeface="Raleway"/>
                <a:sym typeface="Raleway"/>
              </a:defRPr>
            </a:lvl4pPr>
            <a:lvl5pPr lvl="4" algn="ctr" rtl="0">
              <a:lnSpc>
                <a:spcPct val="100000"/>
              </a:lnSpc>
              <a:spcBef>
                <a:spcPts val="0"/>
              </a:spcBef>
              <a:spcAft>
                <a:spcPts val="0"/>
              </a:spcAft>
              <a:buSzPts val="2400"/>
              <a:buFont typeface="Raleway"/>
              <a:buNone/>
              <a:defRPr sz="3200" b="1">
                <a:latin typeface="Raleway"/>
                <a:ea typeface="Raleway"/>
                <a:cs typeface="Raleway"/>
                <a:sym typeface="Raleway"/>
              </a:defRPr>
            </a:lvl5pPr>
            <a:lvl6pPr lvl="5" algn="ctr" rtl="0">
              <a:lnSpc>
                <a:spcPct val="100000"/>
              </a:lnSpc>
              <a:spcBef>
                <a:spcPts val="0"/>
              </a:spcBef>
              <a:spcAft>
                <a:spcPts val="0"/>
              </a:spcAft>
              <a:buSzPts val="2400"/>
              <a:buFont typeface="Raleway"/>
              <a:buNone/>
              <a:defRPr sz="3200" b="1">
                <a:latin typeface="Raleway"/>
                <a:ea typeface="Raleway"/>
                <a:cs typeface="Raleway"/>
                <a:sym typeface="Raleway"/>
              </a:defRPr>
            </a:lvl6pPr>
            <a:lvl7pPr lvl="6" algn="ctr" rtl="0">
              <a:lnSpc>
                <a:spcPct val="100000"/>
              </a:lnSpc>
              <a:spcBef>
                <a:spcPts val="0"/>
              </a:spcBef>
              <a:spcAft>
                <a:spcPts val="0"/>
              </a:spcAft>
              <a:buSzPts val="2400"/>
              <a:buFont typeface="Raleway"/>
              <a:buNone/>
              <a:defRPr sz="3200" b="1">
                <a:latin typeface="Raleway"/>
                <a:ea typeface="Raleway"/>
                <a:cs typeface="Raleway"/>
                <a:sym typeface="Raleway"/>
              </a:defRPr>
            </a:lvl7pPr>
            <a:lvl8pPr lvl="7" algn="ctr" rtl="0">
              <a:lnSpc>
                <a:spcPct val="100000"/>
              </a:lnSpc>
              <a:spcBef>
                <a:spcPts val="0"/>
              </a:spcBef>
              <a:spcAft>
                <a:spcPts val="0"/>
              </a:spcAft>
              <a:buSzPts val="2400"/>
              <a:buFont typeface="Raleway"/>
              <a:buNone/>
              <a:defRPr sz="3200" b="1">
                <a:latin typeface="Raleway"/>
                <a:ea typeface="Raleway"/>
                <a:cs typeface="Raleway"/>
                <a:sym typeface="Raleway"/>
              </a:defRPr>
            </a:lvl8pPr>
            <a:lvl9pPr lvl="8" algn="ctr" rtl="0">
              <a:lnSpc>
                <a:spcPct val="100000"/>
              </a:lnSpc>
              <a:spcBef>
                <a:spcPts val="0"/>
              </a:spcBef>
              <a:spcAft>
                <a:spcPts val="0"/>
              </a:spcAft>
              <a:buSzPts val="2400"/>
              <a:buFont typeface="Raleway"/>
              <a:buNone/>
              <a:defRPr sz="3200" b="1">
                <a:latin typeface="Raleway"/>
                <a:ea typeface="Raleway"/>
                <a:cs typeface="Raleway"/>
                <a:sym typeface="Raleway"/>
              </a:defRPr>
            </a:lvl9pPr>
          </a:lstStyle>
          <a:p>
            <a:r>
              <a:rPr lang="en-US"/>
              <a:t>Click to edit Master subtitle style</a:t>
            </a:r>
            <a:endParaRPr/>
          </a:p>
        </p:txBody>
      </p:sp>
      <p:sp>
        <p:nvSpPr>
          <p:cNvPr id="186" name="Google Shape;186;p20"/>
          <p:cNvSpPr txBox="1">
            <a:spLocks noGrp="1"/>
          </p:cNvSpPr>
          <p:nvPr>
            <p:ph type="subTitle" idx="7"/>
          </p:nvPr>
        </p:nvSpPr>
        <p:spPr>
          <a:xfrm>
            <a:off x="6736132" y="1775567"/>
            <a:ext cx="4291600" cy="5488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2400">
                <a:solidFill>
                  <a:schemeClr val="dk1"/>
                </a:solidFill>
                <a:latin typeface="Space Grotesk Medium"/>
                <a:ea typeface="Space Grotesk Medium"/>
                <a:cs typeface="Space Grotesk Medium"/>
                <a:sym typeface="Space Grotesk Medium"/>
              </a:defRPr>
            </a:lvl1pPr>
            <a:lvl2pPr lvl="1" algn="ctr" rtl="0">
              <a:lnSpc>
                <a:spcPct val="100000"/>
              </a:lnSpc>
              <a:spcBef>
                <a:spcPts val="0"/>
              </a:spcBef>
              <a:spcAft>
                <a:spcPts val="0"/>
              </a:spcAft>
              <a:buSzPts val="2400"/>
              <a:buFont typeface="Raleway"/>
              <a:buNone/>
              <a:defRPr sz="3200" b="1">
                <a:latin typeface="Raleway"/>
                <a:ea typeface="Raleway"/>
                <a:cs typeface="Raleway"/>
                <a:sym typeface="Raleway"/>
              </a:defRPr>
            </a:lvl2pPr>
            <a:lvl3pPr lvl="2" algn="ctr" rtl="0">
              <a:lnSpc>
                <a:spcPct val="100000"/>
              </a:lnSpc>
              <a:spcBef>
                <a:spcPts val="0"/>
              </a:spcBef>
              <a:spcAft>
                <a:spcPts val="0"/>
              </a:spcAft>
              <a:buSzPts val="2400"/>
              <a:buFont typeface="Raleway"/>
              <a:buNone/>
              <a:defRPr sz="3200" b="1">
                <a:latin typeface="Raleway"/>
                <a:ea typeface="Raleway"/>
                <a:cs typeface="Raleway"/>
                <a:sym typeface="Raleway"/>
              </a:defRPr>
            </a:lvl3pPr>
            <a:lvl4pPr lvl="3" algn="ctr" rtl="0">
              <a:lnSpc>
                <a:spcPct val="100000"/>
              </a:lnSpc>
              <a:spcBef>
                <a:spcPts val="0"/>
              </a:spcBef>
              <a:spcAft>
                <a:spcPts val="0"/>
              </a:spcAft>
              <a:buSzPts val="2400"/>
              <a:buFont typeface="Raleway"/>
              <a:buNone/>
              <a:defRPr sz="3200" b="1">
                <a:latin typeface="Raleway"/>
                <a:ea typeface="Raleway"/>
                <a:cs typeface="Raleway"/>
                <a:sym typeface="Raleway"/>
              </a:defRPr>
            </a:lvl4pPr>
            <a:lvl5pPr lvl="4" algn="ctr" rtl="0">
              <a:lnSpc>
                <a:spcPct val="100000"/>
              </a:lnSpc>
              <a:spcBef>
                <a:spcPts val="0"/>
              </a:spcBef>
              <a:spcAft>
                <a:spcPts val="0"/>
              </a:spcAft>
              <a:buSzPts val="2400"/>
              <a:buFont typeface="Raleway"/>
              <a:buNone/>
              <a:defRPr sz="3200" b="1">
                <a:latin typeface="Raleway"/>
                <a:ea typeface="Raleway"/>
                <a:cs typeface="Raleway"/>
                <a:sym typeface="Raleway"/>
              </a:defRPr>
            </a:lvl5pPr>
            <a:lvl6pPr lvl="5" algn="ctr" rtl="0">
              <a:lnSpc>
                <a:spcPct val="100000"/>
              </a:lnSpc>
              <a:spcBef>
                <a:spcPts val="0"/>
              </a:spcBef>
              <a:spcAft>
                <a:spcPts val="0"/>
              </a:spcAft>
              <a:buSzPts val="2400"/>
              <a:buFont typeface="Raleway"/>
              <a:buNone/>
              <a:defRPr sz="3200" b="1">
                <a:latin typeface="Raleway"/>
                <a:ea typeface="Raleway"/>
                <a:cs typeface="Raleway"/>
                <a:sym typeface="Raleway"/>
              </a:defRPr>
            </a:lvl6pPr>
            <a:lvl7pPr lvl="6" algn="ctr" rtl="0">
              <a:lnSpc>
                <a:spcPct val="100000"/>
              </a:lnSpc>
              <a:spcBef>
                <a:spcPts val="0"/>
              </a:spcBef>
              <a:spcAft>
                <a:spcPts val="0"/>
              </a:spcAft>
              <a:buSzPts val="2400"/>
              <a:buFont typeface="Raleway"/>
              <a:buNone/>
              <a:defRPr sz="3200" b="1">
                <a:latin typeface="Raleway"/>
                <a:ea typeface="Raleway"/>
                <a:cs typeface="Raleway"/>
                <a:sym typeface="Raleway"/>
              </a:defRPr>
            </a:lvl7pPr>
            <a:lvl8pPr lvl="7" algn="ctr" rtl="0">
              <a:lnSpc>
                <a:spcPct val="100000"/>
              </a:lnSpc>
              <a:spcBef>
                <a:spcPts val="0"/>
              </a:spcBef>
              <a:spcAft>
                <a:spcPts val="0"/>
              </a:spcAft>
              <a:buSzPts val="2400"/>
              <a:buFont typeface="Raleway"/>
              <a:buNone/>
              <a:defRPr sz="3200" b="1">
                <a:latin typeface="Raleway"/>
                <a:ea typeface="Raleway"/>
                <a:cs typeface="Raleway"/>
                <a:sym typeface="Raleway"/>
              </a:defRPr>
            </a:lvl8pPr>
            <a:lvl9pPr lvl="8" algn="ctr" rtl="0">
              <a:lnSpc>
                <a:spcPct val="100000"/>
              </a:lnSpc>
              <a:spcBef>
                <a:spcPts val="0"/>
              </a:spcBef>
              <a:spcAft>
                <a:spcPts val="0"/>
              </a:spcAft>
              <a:buSzPts val="2400"/>
              <a:buFont typeface="Raleway"/>
              <a:buNone/>
              <a:defRPr sz="3200" b="1">
                <a:latin typeface="Raleway"/>
                <a:ea typeface="Raleway"/>
                <a:cs typeface="Raleway"/>
                <a:sym typeface="Raleway"/>
              </a:defRPr>
            </a:lvl9pPr>
          </a:lstStyle>
          <a:p>
            <a:r>
              <a:rPr lang="en-US"/>
              <a:t>Click to edit Master subtitle style</a:t>
            </a:r>
            <a:endParaRPr/>
          </a:p>
        </p:txBody>
      </p:sp>
      <p:sp>
        <p:nvSpPr>
          <p:cNvPr id="187" name="Google Shape;187;p20"/>
          <p:cNvSpPr txBox="1">
            <a:spLocks noGrp="1"/>
          </p:cNvSpPr>
          <p:nvPr>
            <p:ph type="subTitle" idx="8"/>
          </p:nvPr>
        </p:nvSpPr>
        <p:spPr>
          <a:xfrm>
            <a:off x="6736132" y="3989700"/>
            <a:ext cx="4291600" cy="5488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2400">
                <a:solidFill>
                  <a:schemeClr val="dk1"/>
                </a:solidFill>
                <a:latin typeface="Space Grotesk Medium"/>
                <a:ea typeface="Space Grotesk Medium"/>
                <a:cs typeface="Space Grotesk Medium"/>
                <a:sym typeface="Space Grotesk Medium"/>
              </a:defRPr>
            </a:lvl1pPr>
            <a:lvl2pPr lvl="1" algn="ctr" rtl="0">
              <a:lnSpc>
                <a:spcPct val="100000"/>
              </a:lnSpc>
              <a:spcBef>
                <a:spcPts val="0"/>
              </a:spcBef>
              <a:spcAft>
                <a:spcPts val="0"/>
              </a:spcAft>
              <a:buSzPts val="2400"/>
              <a:buFont typeface="Raleway"/>
              <a:buNone/>
              <a:defRPr sz="3200" b="1">
                <a:latin typeface="Raleway"/>
                <a:ea typeface="Raleway"/>
                <a:cs typeface="Raleway"/>
                <a:sym typeface="Raleway"/>
              </a:defRPr>
            </a:lvl2pPr>
            <a:lvl3pPr lvl="2" algn="ctr" rtl="0">
              <a:lnSpc>
                <a:spcPct val="100000"/>
              </a:lnSpc>
              <a:spcBef>
                <a:spcPts val="0"/>
              </a:spcBef>
              <a:spcAft>
                <a:spcPts val="0"/>
              </a:spcAft>
              <a:buSzPts val="2400"/>
              <a:buFont typeface="Raleway"/>
              <a:buNone/>
              <a:defRPr sz="3200" b="1">
                <a:latin typeface="Raleway"/>
                <a:ea typeface="Raleway"/>
                <a:cs typeface="Raleway"/>
                <a:sym typeface="Raleway"/>
              </a:defRPr>
            </a:lvl3pPr>
            <a:lvl4pPr lvl="3" algn="ctr" rtl="0">
              <a:lnSpc>
                <a:spcPct val="100000"/>
              </a:lnSpc>
              <a:spcBef>
                <a:spcPts val="0"/>
              </a:spcBef>
              <a:spcAft>
                <a:spcPts val="0"/>
              </a:spcAft>
              <a:buSzPts val="2400"/>
              <a:buFont typeface="Raleway"/>
              <a:buNone/>
              <a:defRPr sz="3200" b="1">
                <a:latin typeface="Raleway"/>
                <a:ea typeface="Raleway"/>
                <a:cs typeface="Raleway"/>
                <a:sym typeface="Raleway"/>
              </a:defRPr>
            </a:lvl4pPr>
            <a:lvl5pPr lvl="4" algn="ctr" rtl="0">
              <a:lnSpc>
                <a:spcPct val="100000"/>
              </a:lnSpc>
              <a:spcBef>
                <a:spcPts val="0"/>
              </a:spcBef>
              <a:spcAft>
                <a:spcPts val="0"/>
              </a:spcAft>
              <a:buSzPts val="2400"/>
              <a:buFont typeface="Raleway"/>
              <a:buNone/>
              <a:defRPr sz="3200" b="1">
                <a:latin typeface="Raleway"/>
                <a:ea typeface="Raleway"/>
                <a:cs typeface="Raleway"/>
                <a:sym typeface="Raleway"/>
              </a:defRPr>
            </a:lvl5pPr>
            <a:lvl6pPr lvl="5" algn="ctr" rtl="0">
              <a:lnSpc>
                <a:spcPct val="100000"/>
              </a:lnSpc>
              <a:spcBef>
                <a:spcPts val="0"/>
              </a:spcBef>
              <a:spcAft>
                <a:spcPts val="0"/>
              </a:spcAft>
              <a:buSzPts val="2400"/>
              <a:buFont typeface="Raleway"/>
              <a:buNone/>
              <a:defRPr sz="3200" b="1">
                <a:latin typeface="Raleway"/>
                <a:ea typeface="Raleway"/>
                <a:cs typeface="Raleway"/>
                <a:sym typeface="Raleway"/>
              </a:defRPr>
            </a:lvl6pPr>
            <a:lvl7pPr lvl="6" algn="ctr" rtl="0">
              <a:lnSpc>
                <a:spcPct val="100000"/>
              </a:lnSpc>
              <a:spcBef>
                <a:spcPts val="0"/>
              </a:spcBef>
              <a:spcAft>
                <a:spcPts val="0"/>
              </a:spcAft>
              <a:buSzPts val="2400"/>
              <a:buFont typeface="Raleway"/>
              <a:buNone/>
              <a:defRPr sz="3200" b="1">
                <a:latin typeface="Raleway"/>
                <a:ea typeface="Raleway"/>
                <a:cs typeface="Raleway"/>
                <a:sym typeface="Raleway"/>
              </a:defRPr>
            </a:lvl7pPr>
            <a:lvl8pPr lvl="7" algn="ctr" rtl="0">
              <a:lnSpc>
                <a:spcPct val="100000"/>
              </a:lnSpc>
              <a:spcBef>
                <a:spcPts val="0"/>
              </a:spcBef>
              <a:spcAft>
                <a:spcPts val="0"/>
              </a:spcAft>
              <a:buSzPts val="2400"/>
              <a:buFont typeface="Raleway"/>
              <a:buNone/>
              <a:defRPr sz="3200" b="1">
                <a:latin typeface="Raleway"/>
                <a:ea typeface="Raleway"/>
                <a:cs typeface="Raleway"/>
                <a:sym typeface="Raleway"/>
              </a:defRPr>
            </a:lvl8pPr>
            <a:lvl9pPr lvl="8" algn="ctr" rtl="0">
              <a:lnSpc>
                <a:spcPct val="100000"/>
              </a:lnSpc>
              <a:spcBef>
                <a:spcPts val="0"/>
              </a:spcBef>
              <a:spcAft>
                <a:spcPts val="0"/>
              </a:spcAft>
              <a:buSzPts val="2400"/>
              <a:buFont typeface="Raleway"/>
              <a:buNone/>
              <a:defRPr sz="3200" b="1">
                <a:latin typeface="Raleway"/>
                <a:ea typeface="Raleway"/>
                <a:cs typeface="Raleway"/>
                <a:sym typeface="Raleway"/>
              </a:defRPr>
            </a:lvl9pPr>
          </a:lstStyle>
          <a:p>
            <a:r>
              <a:rPr lang="en-US"/>
              <a:t>Click to edit Master subtitle style</a:t>
            </a:r>
            <a:endParaRPr/>
          </a:p>
        </p:txBody>
      </p:sp>
    </p:spTree>
    <p:extLst>
      <p:ext uri="{BB962C8B-B14F-4D97-AF65-F5344CB8AC3E}">
        <p14:creationId xmlns:p14="http://schemas.microsoft.com/office/powerpoint/2010/main" val="333199208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itle and six columns">
  <p:cSld name="Title and six columns">
    <p:spTree>
      <p:nvGrpSpPr>
        <p:cNvPr id="1" name="Shape 188"/>
        <p:cNvGrpSpPr/>
        <p:nvPr/>
      </p:nvGrpSpPr>
      <p:grpSpPr>
        <a:xfrm>
          <a:off x="0" y="0"/>
          <a:ext cx="0" cy="0"/>
          <a:chOff x="0" y="0"/>
          <a:chExt cx="0" cy="0"/>
        </a:xfrm>
      </p:grpSpPr>
      <p:grpSp>
        <p:nvGrpSpPr>
          <p:cNvPr id="189" name="Google Shape;189;p21"/>
          <p:cNvGrpSpPr/>
          <p:nvPr/>
        </p:nvGrpSpPr>
        <p:grpSpPr>
          <a:xfrm>
            <a:off x="1" y="0"/>
            <a:ext cx="12192001" cy="6858000"/>
            <a:chOff x="0" y="0"/>
            <a:chExt cx="9144001" cy="5143500"/>
          </a:xfrm>
        </p:grpSpPr>
        <p:pic>
          <p:nvPicPr>
            <p:cNvPr id="190" name="Google Shape;190;p21"/>
            <p:cNvPicPr preferRelativeResize="0"/>
            <p:nvPr/>
          </p:nvPicPr>
          <p:blipFill>
            <a:blip r:embed="rId2">
              <a:alphaModFix/>
            </a:blip>
            <a:stretch>
              <a:fillRect/>
            </a:stretch>
          </p:blipFill>
          <p:spPr>
            <a:xfrm rot="10800000" flipH="1">
              <a:off x="0" y="2052950"/>
              <a:ext cx="4220500" cy="3090550"/>
            </a:xfrm>
            <a:prstGeom prst="rect">
              <a:avLst/>
            </a:prstGeom>
            <a:noFill/>
            <a:ln>
              <a:noFill/>
            </a:ln>
          </p:spPr>
        </p:pic>
        <p:pic>
          <p:nvPicPr>
            <p:cNvPr id="191" name="Google Shape;191;p21"/>
            <p:cNvPicPr preferRelativeResize="0"/>
            <p:nvPr/>
          </p:nvPicPr>
          <p:blipFill>
            <a:blip r:embed="rId3">
              <a:alphaModFix/>
            </a:blip>
            <a:stretch>
              <a:fillRect/>
            </a:stretch>
          </p:blipFill>
          <p:spPr>
            <a:xfrm rot="10800000" flipH="1">
              <a:off x="6764924" y="0"/>
              <a:ext cx="2379077" cy="3237334"/>
            </a:xfrm>
            <a:prstGeom prst="rect">
              <a:avLst/>
            </a:prstGeom>
            <a:noFill/>
            <a:ln>
              <a:noFill/>
            </a:ln>
          </p:spPr>
        </p:pic>
      </p:grpSp>
      <p:grpSp>
        <p:nvGrpSpPr>
          <p:cNvPr id="192" name="Google Shape;192;p21"/>
          <p:cNvGrpSpPr/>
          <p:nvPr/>
        </p:nvGrpSpPr>
        <p:grpSpPr>
          <a:xfrm rot="10800000">
            <a:off x="8938969" y="5082263"/>
            <a:ext cx="6098767" cy="4639133"/>
            <a:chOff x="1522650" y="1117750"/>
            <a:chExt cx="4574075" cy="3479350"/>
          </a:xfrm>
        </p:grpSpPr>
        <p:sp>
          <p:nvSpPr>
            <p:cNvPr id="193" name="Google Shape;193;p21"/>
            <p:cNvSpPr/>
            <p:nvPr/>
          </p:nvSpPr>
          <p:spPr>
            <a:xfrm>
              <a:off x="2305900" y="1117750"/>
              <a:ext cx="3790825" cy="3217100"/>
            </a:xfrm>
            <a:custGeom>
              <a:avLst/>
              <a:gdLst/>
              <a:ahLst/>
              <a:cxnLst/>
              <a:rect l="l" t="t" r="r" b="b"/>
              <a:pathLst>
                <a:path w="151633" h="128684" extrusionOk="0">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4" name="Google Shape;194;p21"/>
            <p:cNvSpPr/>
            <p:nvPr/>
          </p:nvSpPr>
          <p:spPr>
            <a:xfrm>
              <a:off x="1522650" y="3538750"/>
              <a:ext cx="2417375" cy="1058350"/>
            </a:xfrm>
            <a:custGeom>
              <a:avLst/>
              <a:gdLst/>
              <a:ahLst/>
              <a:cxnLst/>
              <a:rect l="l" t="t" r="r" b="b"/>
              <a:pathLst>
                <a:path w="96695" h="42334" extrusionOk="0">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195" name="Google Shape;195;p21"/>
          <p:cNvSpPr txBox="1">
            <a:spLocks noGrp="1"/>
          </p:cNvSpPr>
          <p:nvPr>
            <p:ph type="title"/>
          </p:nvPr>
        </p:nvSpPr>
        <p:spPr>
          <a:xfrm>
            <a:off x="960000" y="593367"/>
            <a:ext cx="10272000" cy="7636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r>
              <a:rPr lang="en-US"/>
              <a:t>Click to edit Master title style</a:t>
            </a:r>
            <a:endParaRPr/>
          </a:p>
        </p:txBody>
      </p:sp>
      <p:sp>
        <p:nvSpPr>
          <p:cNvPr id="196" name="Google Shape;196;p21"/>
          <p:cNvSpPr txBox="1">
            <a:spLocks noGrp="1"/>
          </p:cNvSpPr>
          <p:nvPr>
            <p:ph type="subTitle" idx="1"/>
          </p:nvPr>
        </p:nvSpPr>
        <p:spPr>
          <a:xfrm>
            <a:off x="1549367" y="2209236"/>
            <a:ext cx="2633600" cy="1584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r>
              <a:rPr lang="en-US"/>
              <a:t>Click to edit Master subtitle style</a:t>
            </a:r>
            <a:endParaRPr/>
          </a:p>
        </p:txBody>
      </p:sp>
      <p:sp>
        <p:nvSpPr>
          <p:cNvPr id="197" name="Google Shape;197;p21"/>
          <p:cNvSpPr txBox="1">
            <a:spLocks noGrp="1"/>
          </p:cNvSpPr>
          <p:nvPr>
            <p:ph type="subTitle" idx="2"/>
          </p:nvPr>
        </p:nvSpPr>
        <p:spPr>
          <a:xfrm>
            <a:off x="5043967" y="2209233"/>
            <a:ext cx="2629600" cy="1584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r>
              <a:rPr lang="en-US"/>
              <a:t>Click to edit Master subtitle style</a:t>
            </a:r>
            <a:endParaRPr/>
          </a:p>
        </p:txBody>
      </p:sp>
      <p:sp>
        <p:nvSpPr>
          <p:cNvPr id="198" name="Google Shape;198;p21"/>
          <p:cNvSpPr txBox="1">
            <a:spLocks noGrp="1"/>
          </p:cNvSpPr>
          <p:nvPr>
            <p:ph type="subTitle" idx="3"/>
          </p:nvPr>
        </p:nvSpPr>
        <p:spPr>
          <a:xfrm>
            <a:off x="1549367" y="4516295"/>
            <a:ext cx="2633600" cy="1584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r>
              <a:rPr lang="en-US"/>
              <a:t>Click to edit Master subtitle style</a:t>
            </a:r>
            <a:endParaRPr/>
          </a:p>
        </p:txBody>
      </p:sp>
      <p:sp>
        <p:nvSpPr>
          <p:cNvPr id="199" name="Google Shape;199;p21"/>
          <p:cNvSpPr txBox="1">
            <a:spLocks noGrp="1"/>
          </p:cNvSpPr>
          <p:nvPr>
            <p:ph type="subTitle" idx="4"/>
          </p:nvPr>
        </p:nvSpPr>
        <p:spPr>
          <a:xfrm>
            <a:off x="5043967" y="4516295"/>
            <a:ext cx="2633600" cy="1584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r>
              <a:rPr lang="en-US"/>
              <a:t>Click to edit Master subtitle style</a:t>
            </a:r>
            <a:endParaRPr/>
          </a:p>
        </p:txBody>
      </p:sp>
      <p:sp>
        <p:nvSpPr>
          <p:cNvPr id="200" name="Google Shape;200;p21"/>
          <p:cNvSpPr txBox="1">
            <a:spLocks noGrp="1"/>
          </p:cNvSpPr>
          <p:nvPr>
            <p:ph type="subTitle" idx="5"/>
          </p:nvPr>
        </p:nvSpPr>
        <p:spPr>
          <a:xfrm>
            <a:off x="8538567" y="2209236"/>
            <a:ext cx="2633600" cy="1584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r>
              <a:rPr lang="en-US"/>
              <a:t>Click to edit Master subtitle style</a:t>
            </a:r>
            <a:endParaRPr/>
          </a:p>
        </p:txBody>
      </p:sp>
      <p:sp>
        <p:nvSpPr>
          <p:cNvPr id="201" name="Google Shape;201;p21"/>
          <p:cNvSpPr txBox="1">
            <a:spLocks noGrp="1"/>
          </p:cNvSpPr>
          <p:nvPr>
            <p:ph type="subTitle" idx="6"/>
          </p:nvPr>
        </p:nvSpPr>
        <p:spPr>
          <a:xfrm>
            <a:off x="8538567" y="4516295"/>
            <a:ext cx="2633600" cy="1584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r>
              <a:rPr lang="en-US"/>
              <a:t>Click to edit Master subtitle style</a:t>
            </a:r>
            <a:endParaRPr/>
          </a:p>
        </p:txBody>
      </p:sp>
      <p:sp>
        <p:nvSpPr>
          <p:cNvPr id="202" name="Google Shape;202;p21"/>
          <p:cNvSpPr txBox="1">
            <a:spLocks noGrp="1"/>
          </p:cNvSpPr>
          <p:nvPr>
            <p:ph type="subTitle" idx="7"/>
          </p:nvPr>
        </p:nvSpPr>
        <p:spPr>
          <a:xfrm>
            <a:off x="1549367" y="1812321"/>
            <a:ext cx="2633600" cy="5028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2400">
                <a:solidFill>
                  <a:schemeClr val="dk1"/>
                </a:solidFill>
                <a:latin typeface="Space Grotesk Medium"/>
                <a:ea typeface="Space Grotesk Medium"/>
                <a:cs typeface="Space Grotesk Medium"/>
                <a:sym typeface="Space Grotesk Medium"/>
              </a:defRPr>
            </a:lvl1pPr>
            <a:lvl2pPr lvl="1" algn="ctr" rtl="0">
              <a:lnSpc>
                <a:spcPct val="100000"/>
              </a:lnSpc>
              <a:spcBef>
                <a:spcPts val="0"/>
              </a:spcBef>
              <a:spcAft>
                <a:spcPts val="0"/>
              </a:spcAft>
              <a:buSzPts val="2400"/>
              <a:buFont typeface="Raleway"/>
              <a:buNone/>
              <a:defRPr sz="3200" b="1">
                <a:latin typeface="Raleway"/>
                <a:ea typeface="Raleway"/>
                <a:cs typeface="Raleway"/>
                <a:sym typeface="Raleway"/>
              </a:defRPr>
            </a:lvl2pPr>
            <a:lvl3pPr lvl="2" algn="ctr" rtl="0">
              <a:lnSpc>
                <a:spcPct val="100000"/>
              </a:lnSpc>
              <a:spcBef>
                <a:spcPts val="0"/>
              </a:spcBef>
              <a:spcAft>
                <a:spcPts val="0"/>
              </a:spcAft>
              <a:buSzPts val="2400"/>
              <a:buFont typeface="Raleway"/>
              <a:buNone/>
              <a:defRPr sz="3200" b="1">
                <a:latin typeface="Raleway"/>
                <a:ea typeface="Raleway"/>
                <a:cs typeface="Raleway"/>
                <a:sym typeface="Raleway"/>
              </a:defRPr>
            </a:lvl3pPr>
            <a:lvl4pPr lvl="3" algn="ctr" rtl="0">
              <a:lnSpc>
                <a:spcPct val="100000"/>
              </a:lnSpc>
              <a:spcBef>
                <a:spcPts val="0"/>
              </a:spcBef>
              <a:spcAft>
                <a:spcPts val="0"/>
              </a:spcAft>
              <a:buSzPts val="2400"/>
              <a:buFont typeface="Raleway"/>
              <a:buNone/>
              <a:defRPr sz="3200" b="1">
                <a:latin typeface="Raleway"/>
                <a:ea typeface="Raleway"/>
                <a:cs typeface="Raleway"/>
                <a:sym typeface="Raleway"/>
              </a:defRPr>
            </a:lvl4pPr>
            <a:lvl5pPr lvl="4" algn="ctr" rtl="0">
              <a:lnSpc>
                <a:spcPct val="100000"/>
              </a:lnSpc>
              <a:spcBef>
                <a:spcPts val="0"/>
              </a:spcBef>
              <a:spcAft>
                <a:spcPts val="0"/>
              </a:spcAft>
              <a:buSzPts val="2400"/>
              <a:buFont typeface="Raleway"/>
              <a:buNone/>
              <a:defRPr sz="3200" b="1">
                <a:latin typeface="Raleway"/>
                <a:ea typeface="Raleway"/>
                <a:cs typeface="Raleway"/>
                <a:sym typeface="Raleway"/>
              </a:defRPr>
            </a:lvl5pPr>
            <a:lvl6pPr lvl="5" algn="ctr" rtl="0">
              <a:lnSpc>
                <a:spcPct val="100000"/>
              </a:lnSpc>
              <a:spcBef>
                <a:spcPts val="0"/>
              </a:spcBef>
              <a:spcAft>
                <a:spcPts val="0"/>
              </a:spcAft>
              <a:buSzPts val="2400"/>
              <a:buFont typeface="Raleway"/>
              <a:buNone/>
              <a:defRPr sz="3200" b="1">
                <a:latin typeface="Raleway"/>
                <a:ea typeface="Raleway"/>
                <a:cs typeface="Raleway"/>
                <a:sym typeface="Raleway"/>
              </a:defRPr>
            </a:lvl6pPr>
            <a:lvl7pPr lvl="6" algn="ctr" rtl="0">
              <a:lnSpc>
                <a:spcPct val="100000"/>
              </a:lnSpc>
              <a:spcBef>
                <a:spcPts val="0"/>
              </a:spcBef>
              <a:spcAft>
                <a:spcPts val="0"/>
              </a:spcAft>
              <a:buSzPts val="2400"/>
              <a:buFont typeface="Raleway"/>
              <a:buNone/>
              <a:defRPr sz="3200" b="1">
                <a:latin typeface="Raleway"/>
                <a:ea typeface="Raleway"/>
                <a:cs typeface="Raleway"/>
                <a:sym typeface="Raleway"/>
              </a:defRPr>
            </a:lvl7pPr>
            <a:lvl8pPr lvl="7" algn="ctr" rtl="0">
              <a:lnSpc>
                <a:spcPct val="100000"/>
              </a:lnSpc>
              <a:spcBef>
                <a:spcPts val="0"/>
              </a:spcBef>
              <a:spcAft>
                <a:spcPts val="0"/>
              </a:spcAft>
              <a:buSzPts val="2400"/>
              <a:buFont typeface="Raleway"/>
              <a:buNone/>
              <a:defRPr sz="3200" b="1">
                <a:latin typeface="Raleway"/>
                <a:ea typeface="Raleway"/>
                <a:cs typeface="Raleway"/>
                <a:sym typeface="Raleway"/>
              </a:defRPr>
            </a:lvl8pPr>
            <a:lvl9pPr lvl="8" algn="ctr" rtl="0">
              <a:lnSpc>
                <a:spcPct val="100000"/>
              </a:lnSpc>
              <a:spcBef>
                <a:spcPts val="0"/>
              </a:spcBef>
              <a:spcAft>
                <a:spcPts val="0"/>
              </a:spcAft>
              <a:buSzPts val="2400"/>
              <a:buFont typeface="Raleway"/>
              <a:buNone/>
              <a:defRPr sz="3200" b="1">
                <a:latin typeface="Raleway"/>
                <a:ea typeface="Raleway"/>
                <a:cs typeface="Raleway"/>
                <a:sym typeface="Raleway"/>
              </a:defRPr>
            </a:lvl9pPr>
          </a:lstStyle>
          <a:p>
            <a:r>
              <a:rPr lang="en-US"/>
              <a:t>Click to edit Master subtitle style</a:t>
            </a:r>
            <a:endParaRPr/>
          </a:p>
        </p:txBody>
      </p:sp>
      <p:sp>
        <p:nvSpPr>
          <p:cNvPr id="203" name="Google Shape;203;p21"/>
          <p:cNvSpPr txBox="1">
            <a:spLocks noGrp="1"/>
          </p:cNvSpPr>
          <p:nvPr>
            <p:ph type="subTitle" idx="8"/>
          </p:nvPr>
        </p:nvSpPr>
        <p:spPr>
          <a:xfrm>
            <a:off x="5043967" y="1812321"/>
            <a:ext cx="2629600" cy="5028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2400">
                <a:solidFill>
                  <a:schemeClr val="dk1"/>
                </a:solidFill>
                <a:latin typeface="Space Grotesk Medium"/>
                <a:ea typeface="Space Grotesk Medium"/>
                <a:cs typeface="Space Grotesk Medium"/>
                <a:sym typeface="Space Grotesk Medium"/>
              </a:defRPr>
            </a:lvl1pPr>
            <a:lvl2pPr lvl="1" algn="ctr" rtl="0">
              <a:lnSpc>
                <a:spcPct val="100000"/>
              </a:lnSpc>
              <a:spcBef>
                <a:spcPts val="0"/>
              </a:spcBef>
              <a:spcAft>
                <a:spcPts val="0"/>
              </a:spcAft>
              <a:buSzPts val="2400"/>
              <a:buFont typeface="Raleway"/>
              <a:buNone/>
              <a:defRPr sz="3200" b="1">
                <a:latin typeface="Raleway"/>
                <a:ea typeface="Raleway"/>
                <a:cs typeface="Raleway"/>
                <a:sym typeface="Raleway"/>
              </a:defRPr>
            </a:lvl2pPr>
            <a:lvl3pPr lvl="2" algn="ctr" rtl="0">
              <a:lnSpc>
                <a:spcPct val="100000"/>
              </a:lnSpc>
              <a:spcBef>
                <a:spcPts val="0"/>
              </a:spcBef>
              <a:spcAft>
                <a:spcPts val="0"/>
              </a:spcAft>
              <a:buSzPts val="2400"/>
              <a:buFont typeface="Raleway"/>
              <a:buNone/>
              <a:defRPr sz="3200" b="1">
                <a:latin typeface="Raleway"/>
                <a:ea typeface="Raleway"/>
                <a:cs typeface="Raleway"/>
                <a:sym typeface="Raleway"/>
              </a:defRPr>
            </a:lvl3pPr>
            <a:lvl4pPr lvl="3" algn="ctr" rtl="0">
              <a:lnSpc>
                <a:spcPct val="100000"/>
              </a:lnSpc>
              <a:spcBef>
                <a:spcPts val="0"/>
              </a:spcBef>
              <a:spcAft>
                <a:spcPts val="0"/>
              </a:spcAft>
              <a:buSzPts val="2400"/>
              <a:buFont typeface="Raleway"/>
              <a:buNone/>
              <a:defRPr sz="3200" b="1">
                <a:latin typeface="Raleway"/>
                <a:ea typeface="Raleway"/>
                <a:cs typeface="Raleway"/>
                <a:sym typeface="Raleway"/>
              </a:defRPr>
            </a:lvl4pPr>
            <a:lvl5pPr lvl="4" algn="ctr" rtl="0">
              <a:lnSpc>
                <a:spcPct val="100000"/>
              </a:lnSpc>
              <a:spcBef>
                <a:spcPts val="0"/>
              </a:spcBef>
              <a:spcAft>
                <a:spcPts val="0"/>
              </a:spcAft>
              <a:buSzPts val="2400"/>
              <a:buFont typeface="Raleway"/>
              <a:buNone/>
              <a:defRPr sz="3200" b="1">
                <a:latin typeface="Raleway"/>
                <a:ea typeface="Raleway"/>
                <a:cs typeface="Raleway"/>
                <a:sym typeface="Raleway"/>
              </a:defRPr>
            </a:lvl5pPr>
            <a:lvl6pPr lvl="5" algn="ctr" rtl="0">
              <a:lnSpc>
                <a:spcPct val="100000"/>
              </a:lnSpc>
              <a:spcBef>
                <a:spcPts val="0"/>
              </a:spcBef>
              <a:spcAft>
                <a:spcPts val="0"/>
              </a:spcAft>
              <a:buSzPts val="2400"/>
              <a:buFont typeface="Raleway"/>
              <a:buNone/>
              <a:defRPr sz="3200" b="1">
                <a:latin typeface="Raleway"/>
                <a:ea typeface="Raleway"/>
                <a:cs typeface="Raleway"/>
                <a:sym typeface="Raleway"/>
              </a:defRPr>
            </a:lvl6pPr>
            <a:lvl7pPr lvl="6" algn="ctr" rtl="0">
              <a:lnSpc>
                <a:spcPct val="100000"/>
              </a:lnSpc>
              <a:spcBef>
                <a:spcPts val="0"/>
              </a:spcBef>
              <a:spcAft>
                <a:spcPts val="0"/>
              </a:spcAft>
              <a:buSzPts val="2400"/>
              <a:buFont typeface="Raleway"/>
              <a:buNone/>
              <a:defRPr sz="3200" b="1">
                <a:latin typeface="Raleway"/>
                <a:ea typeface="Raleway"/>
                <a:cs typeface="Raleway"/>
                <a:sym typeface="Raleway"/>
              </a:defRPr>
            </a:lvl7pPr>
            <a:lvl8pPr lvl="7" algn="ctr" rtl="0">
              <a:lnSpc>
                <a:spcPct val="100000"/>
              </a:lnSpc>
              <a:spcBef>
                <a:spcPts val="0"/>
              </a:spcBef>
              <a:spcAft>
                <a:spcPts val="0"/>
              </a:spcAft>
              <a:buSzPts val="2400"/>
              <a:buFont typeface="Raleway"/>
              <a:buNone/>
              <a:defRPr sz="3200" b="1">
                <a:latin typeface="Raleway"/>
                <a:ea typeface="Raleway"/>
                <a:cs typeface="Raleway"/>
                <a:sym typeface="Raleway"/>
              </a:defRPr>
            </a:lvl8pPr>
            <a:lvl9pPr lvl="8" algn="ctr" rtl="0">
              <a:lnSpc>
                <a:spcPct val="100000"/>
              </a:lnSpc>
              <a:spcBef>
                <a:spcPts val="0"/>
              </a:spcBef>
              <a:spcAft>
                <a:spcPts val="0"/>
              </a:spcAft>
              <a:buSzPts val="2400"/>
              <a:buFont typeface="Raleway"/>
              <a:buNone/>
              <a:defRPr sz="3200" b="1">
                <a:latin typeface="Raleway"/>
                <a:ea typeface="Raleway"/>
                <a:cs typeface="Raleway"/>
                <a:sym typeface="Raleway"/>
              </a:defRPr>
            </a:lvl9pPr>
          </a:lstStyle>
          <a:p>
            <a:r>
              <a:rPr lang="en-US"/>
              <a:t>Click to edit Master subtitle style</a:t>
            </a:r>
            <a:endParaRPr/>
          </a:p>
        </p:txBody>
      </p:sp>
      <p:sp>
        <p:nvSpPr>
          <p:cNvPr id="204" name="Google Shape;204;p21"/>
          <p:cNvSpPr txBox="1">
            <a:spLocks noGrp="1"/>
          </p:cNvSpPr>
          <p:nvPr>
            <p:ph type="subTitle" idx="9"/>
          </p:nvPr>
        </p:nvSpPr>
        <p:spPr>
          <a:xfrm>
            <a:off x="8538567" y="1812321"/>
            <a:ext cx="2630400" cy="5028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2400">
                <a:solidFill>
                  <a:schemeClr val="dk1"/>
                </a:solidFill>
                <a:latin typeface="Space Grotesk Medium"/>
                <a:ea typeface="Space Grotesk Medium"/>
                <a:cs typeface="Space Grotesk Medium"/>
                <a:sym typeface="Space Grotesk Medium"/>
              </a:defRPr>
            </a:lvl1pPr>
            <a:lvl2pPr lvl="1" algn="ctr" rtl="0">
              <a:lnSpc>
                <a:spcPct val="100000"/>
              </a:lnSpc>
              <a:spcBef>
                <a:spcPts val="0"/>
              </a:spcBef>
              <a:spcAft>
                <a:spcPts val="0"/>
              </a:spcAft>
              <a:buSzPts val="2400"/>
              <a:buFont typeface="Raleway"/>
              <a:buNone/>
              <a:defRPr sz="3200" b="1">
                <a:latin typeface="Raleway"/>
                <a:ea typeface="Raleway"/>
                <a:cs typeface="Raleway"/>
                <a:sym typeface="Raleway"/>
              </a:defRPr>
            </a:lvl2pPr>
            <a:lvl3pPr lvl="2" algn="ctr" rtl="0">
              <a:lnSpc>
                <a:spcPct val="100000"/>
              </a:lnSpc>
              <a:spcBef>
                <a:spcPts val="0"/>
              </a:spcBef>
              <a:spcAft>
                <a:spcPts val="0"/>
              </a:spcAft>
              <a:buSzPts val="2400"/>
              <a:buFont typeface="Raleway"/>
              <a:buNone/>
              <a:defRPr sz="3200" b="1">
                <a:latin typeface="Raleway"/>
                <a:ea typeface="Raleway"/>
                <a:cs typeface="Raleway"/>
                <a:sym typeface="Raleway"/>
              </a:defRPr>
            </a:lvl3pPr>
            <a:lvl4pPr lvl="3" algn="ctr" rtl="0">
              <a:lnSpc>
                <a:spcPct val="100000"/>
              </a:lnSpc>
              <a:spcBef>
                <a:spcPts val="0"/>
              </a:spcBef>
              <a:spcAft>
                <a:spcPts val="0"/>
              </a:spcAft>
              <a:buSzPts val="2400"/>
              <a:buFont typeface="Raleway"/>
              <a:buNone/>
              <a:defRPr sz="3200" b="1">
                <a:latin typeface="Raleway"/>
                <a:ea typeface="Raleway"/>
                <a:cs typeface="Raleway"/>
                <a:sym typeface="Raleway"/>
              </a:defRPr>
            </a:lvl4pPr>
            <a:lvl5pPr lvl="4" algn="ctr" rtl="0">
              <a:lnSpc>
                <a:spcPct val="100000"/>
              </a:lnSpc>
              <a:spcBef>
                <a:spcPts val="0"/>
              </a:spcBef>
              <a:spcAft>
                <a:spcPts val="0"/>
              </a:spcAft>
              <a:buSzPts val="2400"/>
              <a:buFont typeface="Raleway"/>
              <a:buNone/>
              <a:defRPr sz="3200" b="1">
                <a:latin typeface="Raleway"/>
                <a:ea typeface="Raleway"/>
                <a:cs typeface="Raleway"/>
                <a:sym typeface="Raleway"/>
              </a:defRPr>
            </a:lvl5pPr>
            <a:lvl6pPr lvl="5" algn="ctr" rtl="0">
              <a:lnSpc>
                <a:spcPct val="100000"/>
              </a:lnSpc>
              <a:spcBef>
                <a:spcPts val="0"/>
              </a:spcBef>
              <a:spcAft>
                <a:spcPts val="0"/>
              </a:spcAft>
              <a:buSzPts val="2400"/>
              <a:buFont typeface="Raleway"/>
              <a:buNone/>
              <a:defRPr sz="3200" b="1">
                <a:latin typeface="Raleway"/>
                <a:ea typeface="Raleway"/>
                <a:cs typeface="Raleway"/>
                <a:sym typeface="Raleway"/>
              </a:defRPr>
            </a:lvl6pPr>
            <a:lvl7pPr lvl="6" algn="ctr" rtl="0">
              <a:lnSpc>
                <a:spcPct val="100000"/>
              </a:lnSpc>
              <a:spcBef>
                <a:spcPts val="0"/>
              </a:spcBef>
              <a:spcAft>
                <a:spcPts val="0"/>
              </a:spcAft>
              <a:buSzPts val="2400"/>
              <a:buFont typeface="Raleway"/>
              <a:buNone/>
              <a:defRPr sz="3200" b="1">
                <a:latin typeface="Raleway"/>
                <a:ea typeface="Raleway"/>
                <a:cs typeface="Raleway"/>
                <a:sym typeface="Raleway"/>
              </a:defRPr>
            </a:lvl7pPr>
            <a:lvl8pPr lvl="7" algn="ctr" rtl="0">
              <a:lnSpc>
                <a:spcPct val="100000"/>
              </a:lnSpc>
              <a:spcBef>
                <a:spcPts val="0"/>
              </a:spcBef>
              <a:spcAft>
                <a:spcPts val="0"/>
              </a:spcAft>
              <a:buSzPts val="2400"/>
              <a:buFont typeface="Raleway"/>
              <a:buNone/>
              <a:defRPr sz="3200" b="1">
                <a:latin typeface="Raleway"/>
                <a:ea typeface="Raleway"/>
                <a:cs typeface="Raleway"/>
                <a:sym typeface="Raleway"/>
              </a:defRPr>
            </a:lvl8pPr>
            <a:lvl9pPr lvl="8" algn="ctr" rtl="0">
              <a:lnSpc>
                <a:spcPct val="100000"/>
              </a:lnSpc>
              <a:spcBef>
                <a:spcPts val="0"/>
              </a:spcBef>
              <a:spcAft>
                <a:spcPts val="0"/>
              </a:spcAft>
              <a:buSzPts val="2400"/>
              <a:buFont typeface="Raleway"/>
              <a:buNone/>
              <a:defRPr sz="3200" b="1">
                <a:latin typeface="Raleway"/>
                <a:ea typeface="Raleway"/>
                <a:cs typeface="Raleway"/>
                <a:sym typeface="Raleway"/>
              </a:defRPr>
            </a:lvl9pPr>
          </a:lstStyle>
          <a:p>
            <a:r>
              <a:rPr lang="en-US"/>
              <a:t>Click to edit Master subtitle style</a:t>
            </a:r>
            <a:endParaRPr/>
          </a:p>
        </p:txBody>
      </p:sp>
      <p:sp>
        <p:nvSpPr>
          <p:cNvPr id="205" name="Google Shape;205;p21"/>
          <p:cNvSpPr txBox="1">
            <a:spLocks noGrp="1"/>
          </p:cNvSpPr>
          <p:nvPr>
            <p:ph type="subTitle" idx="13"/>
          </p:nvPr>
        </p:nvSpPr>
        <p:spPr>
          <a:xfrm>
            <a:off x="1549367" y="4115089"/>
            <a:ext cx="2633600" cy="5028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2400">
                <a:solidFill>
                  <a:schemeClr val="dk1"/>
                </a:solidFill>
                <a:latin typeface="Space Grotesk Medium"/>
                <a:ea typeface="Space Grotesk Medium"/>
                <a:cs typeface="Space Grotesk Medium"/>
                <a:sym typeface="Space Grotesk Medium"/>
              </a:defRPr>
            </a:lvl1pPr>
            <a:lvl2pPr lvl="1" algn="ctr" rtl="0">
              <a:lnSpc>
                <a:spcPct val="100000"/>
              </a:lnSpc>
              <a:spcBef>
                <a:spcPts val="0"/>
              </a:spcBef>
              <a:spcAft>
                <a:spcPts val="0"/>
              </a:spcAft>
              <a:buSzPts val="2400"/>
              <a:buFont typeface="Raleway"/>
              <a:buNone/>
              <a:defRPr sz="3200" b="1">
                <a:latin typeface="Raleway"/>
                <a:ea typeface="Raleway"/>
                <a:cs typeface="Raleway"/>
                <a:sym typeface="Raleway"/>
              </a:defRPr>
            </a:lvl2pPr>
            <a:lvl3pPr lvl="2" algn="ctr" rtl="0">
              <a:lnSpc>
                <a:spcPct val="100000"/>
              </a:lnSpc>
              <a:spcBef>
                <a:spcPts val="0"/>
              </a:spcBef>
              <a:spcAft>
                <a:spcPts val="0"/>
              </a:spcAft>
              <a:buSzPts val="2400"/>
              <a:buFont typeface="Raleway"/>
              <a:buNone/>
              <a:defRPr sz="3200" b="1">
                <a:latin typeface="Raleway"/>
                <a:ea typeface="Raleway"/>
                <a:cs typeface="Raleway"/>
                <a:sym typeface="Raleway"/>
              </a:defRPr>
            </a:lvl3pPr>
            <a:lvl4pPr lvl="3" algn="ctr" rtl="0">
              <a:lnSpc>
                <a:spcPct val="100000"/>
              </a:lnSpc>
              <a:spcBef>
                <a:spcPts val="0"/>
              </a:spcBef>
              <a:spcAft>
                <a:spcPts val="0"/>
              </a:spcAft>
              <a:buSzPts val="2400"/>
              <a:buFont typeface="Raleway"/>
              <a:buNone/>
              <a:defRPr sz="3200" b="1">
                <a:latin typeface="Raleway"/>
                <a:ea typeface="Raleway"/>
                <a:cs typeface="Raleway"/>
                <a:sym typeface="Raleway"/>
              </a:defRPr>
            </a:lvl4pPr>
            <a:lvl5pPr lvl="4" algn="ctr" rtl="0">
              <a:lnSpc>
                <a:spcPct val="100000"/>
              </a:lnSpc>
              <a:spcBef>
                <a:spcPts val="0"/>
              </a:spcBef>
              <a:spcAft>
                <a:spcPts val="0"/>
              </a:spcAft>
              <a:buSzPts val="2400"/>
              <a:buFont typeface="Raleway"/>
              <a:buNone/>
              <a:defRPr sz="3200" b="1">
                <a:latin typeface="Raleway"/>
                <a:ea typeface="Raleway"/>
                <a:cs typeface="Raleway"/>
                <a:sym typeface="Raleway"/>
              </a:defRPr>
            </a:lvl5pPr>
            <a:lvl6pPr lvl="5" algn="ctr" rtl="0">
              <a:lnSpc>
                <a:spcPct val="100000"/>
              </a:lnSpc>
              <a:spcBef>
                <a:spcPts val="0"/>
              </a:spcBef>
              <a:spcAft>
                <a:spcPts val="0"/>
              </a:spcAft>
              <a:buSzPts val="2400"/>
              <a:buFont typeface="Raleway"/>
              <a:buNone/>
              <a:defRPr sz="3200" b="1">
                <a:latin typeface="Raleway"/>
                <a:ea typeface="Raleway"/>
                <a:cs typeface="Raleway"/>
                <a:sym typeface="Raleway"/>
              </a:defRPr>
            </a:lvl6pPr>
            <a:lvl7pPr lvl="6" algn="ctr" rtl="0">
              <a:lnSpc>
                <a:spcPct val="100000"/>
              </a:lnSpc>
              <a:spcBef>
                <a:spcPts val="0"/>
              </a:spcBef>
              <a:spcAft>
                <a:spcPts val="0"/>
              </a:spcAft>
              <a:buSzPts val="2400"/>
              <a:buFont typeface="Raleway"/>
              <a:buNone/>
              <a:defRPr sz="3200" b="1">
                <a:latin typeface="Raleway"/>
                <a:ea typeface="Raleway"/>
                <a:cs typeface="Raleway"/>
                <a:sym typeface="Raleway"/>
              </a:defRPr>
            </a:lvl7pPr>
            <a:lvl8pPr lvl="7" algn="ctr" rtl="0">
              <a:lnSpc>
                <a:spcPct val="100000"/>
              </a:lnSpc>
              <a:spcBef>
                <a:spcPts val="0"/>
              </a:spcBef>
              <a:spcAft>
                <a:spcPts val="0"/>
              </a:spcAft>
              <a:buSzPts val="2400"/>
              <a:buFont typeface="Raleway"/>
              <a:buNone/>
              <a:defRPr sz="3200" b="1">
                <a:latin typeface="Raleway"/>
                <a:ea typeface="Raleway"/>
                <a:cs typeface="Raleway"/>
                <a:sym typeface="Raleway"/>
              </a:defRPr>
            </a:lvl8pPr>
            <a:lvl9pPr lvl="8" algn="ctr" rtl="0">
              <a:lnSpc>
                <a:spcPct val="100000"/>
              </a:lnSpc>
              <a:spcBef>
                <a:spcPts val="0"/>
              </a:spcBef>
              <a:spcAft>
                <a:spcPts val="0"/>
              </a:spcAft>
              <a:buSzPts val="2400"/>
              <a:buFont typeface="Raleway"/>
              <a:buNone/>
              <a:defRPr sz="3200" b="1">
                <a:latin typeface="Raleway"/>
                <a:ea typeface="Raleway"/>
                <a:cs typeface="Raleway"/>
                <a:sym typeface="Raleway"/>
              </a:defRPr>
            </a:lvl9pPr>
          </a:lstStyle>
          <a:p>
            <a:r>
              <a:rPr lang="en-US"/>
              <a:t>Click to edit Master subtitle style</a:t>
            </a:r>
            <a:endParaRPr/>
          </a:p>
        </p:txBody>
      </p:sp>
      <p:sp>
        <p:nvSpPr>
          <p:cNvPr id="206" name="Google Shape;206;p21"/>
          <p:cNvSpPr txBox="1">
            <a:spLocks noGrp="1"/>
          </p:cNvSpPr>
          <p:nvPr>
            <p:ph type="subTitle" idx="14"/>
          </p:nvPr>
        </p:nvSpPr>
        <p:spPr>
          <a:xfrm>
            <a:off x="5043967" y="4115089"/>
            <a:ext cx="2629600" cy="5028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2400">
                <a:solidFill>
                  <a:schemeClr val="dk1"/>
                </a:solidFill>
                <a:latin typeface="Space Grotesk Medium"/>
                <a:ea typeface="Space Grotesk Medium"/>
                <a:cs typeface="Space Grotesk Medium"/>
                <a:sym typeface="Space Grotesk Medium"/>
              </a:defRPr>
            </a:lvl1pPr>
            <a:lvl2pPr lvl="1" algn="ctr" rtl="0">
              <a:lnSpc>
                <a:spcPct val="100000"/>
              </a:lnSpc>
              <a:spcBef>
                <a:spcPts val="0"/>
              </a:spcBef>
              <a:spcAft>
                <a:spcPts val="0"/>
              </a:spcAft>
              <a:buSzPts val="2400"/>
              <a:buFont typeface="Raleway"/>
              <a:buNone/>
              <a:defRPr sz="3200" b="1">
                <a:latin typeface="Raleway"/>
                <a:ea typeface="Raleway"/>
                <a:cs typeface="Raleway"/>
                <a:sym typeface="Raleway"/>
              </a:defRPr>
            </a:lvl2pPr>
            <a:lvl3pPr lvl="2" algn="ctr" rtl="0">
              <a:lnSpc>
                <a:spcPct val="100000"/>
              </a:lnSpc>
              <a:spcBef>
                <a:spcPts val="0"/>
              </a:spcBef>
              <a:spcAft>
                <a:spcPts val="0"/>
              </a:spcAft>
              <a:buSzPts val="2400"/>
              <a:buFont typeface="Raleway"/>
              <a:buNone/>
              <a:defRPr sz="3200" b="1">
                <a:latin typeface="Raleway"/>
                <a:ea typeface="Raleway"/>
                <a:cs typeface="Raleway"/>
                <a:sym typeface="Raleway"/>
              </a:defRPr>
            </a:lvl3pPr>
            <a:lvl4pPr lvl="3" algn="ctr" rtl="0">
              <a:lnSpc>
                <a:spcPct val="100000"/>
              </a:lnSpc>
              <a:spcBef>
                <a:spcPts val="0"/>
              </a:spcBef>
              <a:spcAft>
                <a:spcPts val="0"/>
              </a:spcAft>
              <a:buSzPts val="2400"/>
              <a:buFont typeface="Raleway"/>
              <a:buNone/>
              <a:defRPr sz="3200" b="1">
                <a:latin typeface="Raleway"/>
                <a:ea typeface="Raleway"/>
                <a:cs typeface="Raleway"/>
                <a:sym typeface="Raleway"/>
              </a:defRPr>
            </a:lvl4pPr>
            <a:lvl5pPr lvl="4" algn="ctr" rtl="0">
              <a:lnSpc>
                <a:spcPct val="100000"/>
              </a:lnSpc>
              <a:spcBef>
                <a:spcPts val="0"/>
              </a:spcBef>
              <a:spcAft>
                <a:spcPts val="0"/>
              </a:spcAft>
              <a:buSzPts val="2400"/>
              <a:buFont typeface="Raleway"/>
              <a:buNone/>
              <a:defRPr sz="3200" b="1">
                <a:latin typeface="Raleway"/>
                <a:ea typeface="Raleway"/>
                <a:cs typeface="Raleway"/>
                <a:sym typeface="Raleway"/>
              </a:defRPr>
            </a:lvl5pPr>
            <a:lvl6pPr lvl="5" algn="ctr" rtl="0">
              <a:lnSpc>
                <a:spcPct val="100000"/>
              </a:lnSpc>
              <a:spcBef>
                <a:spcPts val="0"/>
              </a:spcBef>
              <a:spcAft>
                <a:spcPts val="0"/>
              </a:spcAft>
              <a:buSzPts val="2400"/>
              <a:buFont typeface="Raleway"/>
              <a:buNone/>
              <a:defRPr sz="3200" b="1">
                <a:latin typeface="Raleway"/>
                <a:ea typeface="Raleway"/>
                <a:cs typeface="Raleway"/>
                <a:sym typeface="Raleway"/>
              </a:defRPr>
            </a:lvl6pPr>
            <a:lvl7pPr lvl="6" algn="ctr" rtl="0">
              <a:lnSpc>
                <a:spcPct val="100000"/>
              </a:lnSpc>
              <a:spcBef>
                <a:spcPts val="0"/>
              </a:spcBef>
              <a:spcAft>
                <a:spcPts val="0"/>
              </a:spcAft>
              <a:buSzPts val="2400"/>
              <a:buFont typeface="Raleway"/>
              <a:buNone/>
              <a:defRPr sz="3200" b="1">
                <a:latin typeface="Raleway"/>
                <a:ea typeface="Raleway"/>
                <a:cs typeface="Raleway"/>
                <a:sym typeface="Raleway"/>
              </a:defRPr>
            </a:lvl7pPr>
            <a:lvl8pPr lvl="7" algn="ctr" rtl="0">
              <a:lnSpc>
                <a:spcPct val="100000"/>
              </a:lnSpc>
              <a:spcBef>
                <a:spcPts val="0"/>
              </a:spcBef>
              <a:spcAft>
                <a:spcPts val="0"/>
              </a:spcAft>
              <a:buSzPts val="2400"/>
              <a:buFont typeface="Raleway"/>
              <a:buNone/>
              <a:defRPr sz="3200" b="1">
                <a:latin typeface="Raleway"/>
                <a:ea typeface="Raleway"/>
                <a:cs typeface="Raleway"/>
                <a:sym typeface="Raleway"/>
              </a:defRPr>
            </a:lvl8pPr>
            <a:lvl9pPr lvl="8" algn="ctr" rtl="0">
              <a:lnSpc>
                <a:spcPct val="100000"/>
              </a:lnSpc>
              <a:spcBef>
                <a:spcPts val="0"/>
              </a:spcBef>
              <a:spcAft>
                <a:spcPts val="0"/>
              </a:spcAft>
              <a:buSzPts val="2400"/>
              <a:buFont typeface="Raleway"/>
              <a:buNone/>
              <a:defRPr sz="3200" b="1">
                <a:latin typeface="Raleway"/>
                <a:ea typeface="Raleway"/>
                <a:cs typeface="Raleway"/>
                <a:sym typeface="Raleway"/>
              </a:defRPr>
            </a:lvl9pPr>
          </a:lstStyle>
          <a:p>
            <a:r>
              <a:rPr lang="en-US"/>
              <a:t>Click to edit Master subtitle style</a:t>
            </a:r>
            <a:endParaRPr/>
          </a:p>
        </p:txBody>
      </p:sp>
      <p:sp>
        <p:nvSpPr>
          <p:cNvPr id="207" name="Google Shape;207;p21"/>
          <p:cNvSpPr txBox="1">
            <a:spLocks noGrp="1"/>
          </p:cNvSpPr>
          <p:nvPr>
            <p:ph type="subTitle" idx="15"/>
          </p:nvPr>
        </p:nvSpPr>
        <p:spPr>
          <a:xfrm>
            <a:off x="8538567" y="4115089"/>
            <a:ext cx="2630400" cy="5028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2400">
                <a:solidFill>
                  <a:schemeClr val="dk1"/>
                </a:solidFill>
                <a:latin typeface="Space Grotesk Medium"/>
                <a:ea typeface="Space Grotesk Medium"/>
                <a:cs typeface="Space Grotesk Medium"/>
                <a:sym typeface="Space Grotesk Medium"/>
              </a:defRPr>
            </a:lvl1pPr>
            <a:lvl2pPr lvl="1" algn="ctr" rtl="0">
              <a:lnSpc>
                <a:spcPct val="100000"/>
              </a:lnSpc>
              <a:spcBef>
                <a:spcPts val="0"/>
              </a:spcBef>
              <a:spcAft>
                <a:spcPts val="0"/>
              </a:spcAft>
              <a:buSzPts val="2400"/>
              <a:buFont typeface="Raleway"/>
              <a:buNone/>
              <a:defRPr sz="3200" b="1">
                <a:latin typeface="Raleway"/>
                <a:ea typeface="Raleway"/>
                <a:cs typeface="Raleway"/>
                <a:sym typeface="Raleway"/>
              </a:defRPr>
            </a:lvl2pPr>
            <a:lvl3pPr lvl="2" algn="ctr" rtl="0">
              <a:lnSpc>
                <a:spcPct val="100000"/>
              </a:lnSpc>
              <a:spcBef>
                <a:spcPts val="0"/>
              </a:spcBef>
              <a:spcAft>
                <a:spcPts val="0"/>
              </a:spcAft>
              <a:buSzPts val="2400"/>
              <a:buFont typeface="Raleway"/>
              <a:buNone/>
              <a:defRPr sz="3200" b="1">
                <a:latin typeface="Raleway"/>
                <a:ea typeface="Raleway"/>
                <a:cs typeface="Raleway"/>
                <a:sym typeface="Raleway"/>
              </a:defRPr>
            </a:lvl3pPr>
            <a:lvl4pPr lvl="3" algn="ctr" rtl="0">
              <a:lnSpc>
                <a:spcPct val="100000"/>
              </a:lnSpc>
              <a:spcBef>
                <a:spcPts val="0"/>
              </a:spcBef>
              <a:spcAft>
                <a:spcPts val="0"/>
              </a:spcAft>
              <a:buSzPts val="2400"/>
              <a:buFont typeface="Raleway"/>
              <a:buNone/>
              <a:defRPr sz="3200" b="1">
                <a:latin typeface="Raleway"/>
                <a:ea typeface="Raleway"/>
                <a:cs typeface="Raleway"/>
                <a:sym typeface="Raleway"/>
              </a:defRPr>
            </a:lvl4pPr>
            <a:lvl5pPr lvl="4" algn="ctr" rtl="0">
              <a:lnSpc>
                <a:spcPct val="100000"/>
              </a:lnSpc>
              <a:spcBef>
                <a:spcPts val="0"/>
              </a:spcBef>
              <a:spcAft>
                <a:spcPts val="0"/>
              </a:spcAft>
              <a:buSzPts val="2400"/>
              <a:buFont typeface="Raleway"/>
              <a:buNone/>
              <a:defRPr sz="3200" b="1">
                <a:latin typeface="Raleway"/>
                <a:ea typeface="Raleway"/>
                <a:cs typeface="Raleway"/>
                <a:sym typeface="Raleway"/>
              </a:defRPr>
            </a:lvl5pPr>
            <a:lvl6pPr lvl="5" algn="ctr" rtl="0">
              <a:lnSpc>
                <a:spcPct val="100000"/>
              </a:lnSpc>
              <a:spcBef>
                <a:spcPts val="0"/>
              </a:spcBef>
              <a:spcAft>
                <a:spcPts val="0"/>
              </a:spcAft>
              <a:buSzPts val="2400"/>
              <a:buFont typeface="Raleway"/>
              <a:buNone/>
              <a:defRPr sz="3200" b="1">
                <a:latin typeface="Raleway"/>
                <a:ea typeface="Raleway"/>
                <a:cs typeface="Raleway"/>
                <a:sym typeface="Raleway"/>
              </a:defRPr>
            </a:lvl6pPr>
            <a:lvl7pPr lvl="6" algn="ctr" rtl="0">
              <a:lnSpc>
                <a:spcPct val="100000"/>
              </a:lnSpc>
              <a:spcBef>
                <a:spcPts val="0"/>
              </a:spcBef>
              <a:spcAft>
                <a:spcPts val="0"/>
              </a:spcAft>
              <a:buSzPts val="2400"/>
              <a:buFont typeface="Raleway"/>
              <a:buNone/>
              <a:defRPr sz="3200" b="1">
                <a:latin typeface="Raleway"/>
                <a:ea typeface="Raleway"/>
                <a:cs typeface="Raleway"/>
                <a:sym typeface="Raleway"/>
              </a:defRPr>
            </a:lvl7pPr>
            <a:lvl8pPr lvl="7" algn="ctr" rtl="0">
              <a:lnSpc>
                <a:spcPct val="100000"/>
              </a:lnSpc>
              <a:spcBef>
                <a:spcPts val="0"/>
              </a:spcBef>
              <a:spcAft>
                <a:spcPts val="0"/>
              </a:spcAft>
              <a:buSzPts val="2400"/>
              <a:buFont typeface="Raleway"/>
              <a:buNone/>
              <a:defRPr sz="3200" b="1">
                <a:latin typeface="Raleway"/>
                <a:ea typeface="Raleway"/>
                <a:cs typeface="Raleway"/>
                <a:sym typeface="Raleway"/>
              </a:defRPr>
            </a:lvl8pPr>
            <a:lvl9pPr lvl="8" algn="ctr" rtl="0">
              <a:lnSpc>
                <a:spcPct val="100000"/>
              </a:lnSpc>
              <a:spcBef>
                <a:spcPts val="0"/>
              </a:spcBef>
              <a:spcAft>
                <a:spcPts val="0"/>
              </a:spcAft>
              <a:buSzPts val="2400"/>
              <a:buFont typeface="Raleway"/>
              <a:buNone/>
              <a:defRPr sz="3200" b="1">
                <a:latin typeface="Raleway"/>
                <a:ea typeface="Raleway"/>
                <a:cs typeface="Raleway"/>
                <a:sym typeface="Raleway"/>
              </a:defRPr>
            </a:lvl9pPr>
          </a:lstStyle>
          <a:p>
            <a:r>
              <a:rPr lang="en-US"/>
              <a:t>Click to edit Master subtitle style</a:t>
            </a:r>
            <a:endParaRPr/>
          </a:p>
        </p:txBody>
      </p:sp>
    </p:spTree>
    <p:extLst>
      <p:ext uri="{BB962C8B-B14F-4D97-AF65-F5344CB8AC3E}">
        <p14:creationId xmlns:p14="http://schemas.microsoft.com/office/powerpoint/2010/main" val="151987700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Numbers and text">
  <p:cSld name="Numbers and text">
    <p:spTree>
      <p:nvGrpSpPr>
        <p:cNvPr id="1" name="Shape 208"/>
        <p:cNvGrpSpPr/>
        <p:nvPr/>
      </p:nvGrpSpPr>
      <p:grpSpPr>
        <a:xfrm>
          <a:off x="0" y="0"/>
          <a:ext cx="0" cy="0"/>
          <a:chOff x="0" y="0"/>
          <a:chExt cx="0" cy="0"/>
        </a:xfrm>
      </p:grpSpPr>
      <p:sp>
        <p:nvSpPr>
          <p:cNvPr id="209" name="Google Shape;209;p22"/>
          <p:cNvSpPr txBox="1">
            <a:spLocks noGrp="1"/>
          </p:cNvSpPr>
          <p:nvPr>
            <p:ph type="title" hasCustomPrompt="1"/>
          </p:nvPr>
        </p:nvSpPr>
        <p:spPr>
          <a:xfrm>
            <a:off x="1600767" y="3021555"/>
            <a:ext cx="3652400" cy="890000"/>
          </a:xfrm>
          <a:prstGeom prst="rect">
            <a:avLst/>
          </a:prstGeom>
          <a:solidFill>
            <a:schemeClr val="dk2"/>
          </a:solidFill>
        </p:spPr>
        <p:txBody>
          <a:bodyPr spcFirstLastPara="1" wrap="square" lIns="91425" tIns="91425" rIns="91425" bIns="91425" anchor="ctr" anchorCtr="0">
            <a:noAutofit/>
          </a:bodyPr>
          <a:lstStyle>
            <a:lvl1pPr lvl="0" rtl="0">
              <a:spcBef>
                <a:spcPts val="0"/>
              </a:spcBef>
              <a:spcAft>
                <a:spcPts val="0"/>
              </a:spcAft>
              <a:buClr>
                <a:schemeClr val="lt1"/>
              </a:buClr>
              <a:buSzPts val="6000"/>
              <a:buNone/>
              <a:defRPr sz="5467"/>
            </a:lvl1pPr>
            <a:lvl2pPr lvl="1" algn="ctr" rtl="0">
              <a:spcBef>
                <a:spcPts val="0"/>
              </a:spcBef>
              <a:spcAft>
                <a:spcPts val="0"/>
              </a:spcAft>
              <a:buClr>
                <a:schemeClr val="lt1"/>
              </a:buClr>
              <a:buSzPts val="6000"/>
              <a:buNone/>
              <a:defRPr sz="8000">
                <a:solidFill>
                  <a:schemeClr val="lt1"/>
                </a:solidFill>
              </a:defRPr>
            </a:lvl2pPr>
            <a:lvl3pPr lvl="2" algn="ctr" rtl="0">
              <a:spcBef>
                <a:spcPts val="0"/>
              </a:spcBef>
              <a:spcAft>
                <a:spcPts val="0"/>
              </a:spcAft>
              <a:buClr>
                <a:schemeClr val="lt1"/>
              </a:buClr>
              <a:buSzPts val="6000"/>
              <a:buNone/>
              <a:defRPr sz="8000">
                <a:solidFill>
                  <a:schemeClr val="lt1"/>
                </a:solidFill>
              </a:defRPr>
            </a:lvl3pPr>
            <a:lvl4pPr lvl="3" algn="ctr" rtl="0">
              <a:spcBef>
                <a:spcPts val="0"/>
              </a:spcBef>
              <a:spcAft>
                <a:spcPts val="0"/>
              </a:spcAft>
              <a:buClr>
                <a:schemeClr val="lt1"/>
              </a:buClr>
              <a:buSzPts val="6000"/>
              <a:buNone/>
              <a:defRPr sz="8000">
                <a:solidFill>
                  <a:schemeClr val="lt1"/>
                </a:solidFill>
              </a:defRPr>
            </a:lvl4pPr>
            <a:lvl5pPr lvl="4" algn="ctr" rtl="0">
              <a:spcBef>
                <a:spcPts val="0"/>
              </a:spcBef>
              <a:spcAft>
                <a:spcPts val="0"/>
              </a:spcAft>
              <a:buClr>
                <a:schemeClr val="lt1"/>
              </a:buClr>
              <a:buSzPts val="6000"/>
              <a:buNone/>
              <a:defRPr sz="8000">
                <a:solidFill>
                  <a:schemeClr val="lt1"/>
                </a:solidFill>
              </a:defRPr>
            </a:lvl5pPr>
            <a:lvl6pPr lvl="5" algn="ctr" rtl="0">
              <a:spcBef>
                <a:spcPts val="0"/>
              </a:spcBef>
              <a:spcAft>
                <a:spcPts val="0"/>
              </a:spcAft>
              <a:buClr>
                <a:schemeClr val="lt1"/>
              </a:buClr>
              <a:buSzPts val="6000"/>
              <a:buNone/>
              <a:defRPr sz="8000">
                <a:solidFill>
                  <a:schemeClr val="lt1"/>
                </a:solidFill>
              </a:defRPr>
            </a:lvl6pPr>
            <a:lvl7pPr lvl="6" algn="ctr" rtl="0">
              <a:spcBef>
                <a:spcPts val="0"/>
              </a:spcBef>
              <a:spcAft>
                <a:spcPts val="0"/>
              </a:spcAft>
              <a:buClr>
                <a:schemeClr val="lt1"/>
              </a:buClr>
              <a:buSzPts val="6000"/>
              <a:buNone/>
              <a:defRPr sz="8000">
                <a:solidFill>
                  <a:schemeClr val="lt1"/>
                </a:solidFill>
              </a:defRPr>
            </a:lvl7pPr>
            <a:lvl8pPr lvl="7" algn="ctr" rtl="0">
              <a:spcBef>
                <a:spcPts val="0"/>
              </a:spcBef>
              <a:spcAft>
                <a:spcPts val="0"/>
              </a:spcAft>
              <a:buClr>
                <a:schemeClr val="lt1"/>
              </a:buClr>
              <a:buSzPts val="6000"/>
              <a:buNone/>
              <a:defRPr sz="8000">
                <a:solidFill>
                  <a:schemeClr val="lt1"/>
                </a:solidFill>
              </a:defRPr>
            </a:lvl8pPr>
            <a:lvl9pPr lvl="8" algn="ctr" rtl="0">
              <a:spcBef>
                <a:spcPts val="0"/>
              </a:spcBef>
              <a:spcAft>
                <a:spcPts val="0"/>
              </a:spcAft>
              <a:buClr>
                <a:schemeClr val="lt1"/>
              </a:buClr>
              <a:buSzPts val="6000"/>
              <a:buNone/>
              <a:defRPr sz="8000">
                <a:solidFill>
                  <a:schemeClr val="lt1"/>
                </a:solidFill>
              </a:defRPr>
            </a:lvl9pPr>
          </a:lstStyle>
          <a:p>
            <a:r>
              <a:t>xx%</a:t>
            </a:r>
          </a:p>
        </p:txBody>
      </p:sp>
      <p:sp>
        <p:nvSpPr>
          <p:cNvPr id="210" name="Google Shape;210;p22"/>
          <p:cNvSpPr txBox="1">
            <a:spLocks noGrp="1"/>
          </p:cNvSpPr>
          <p:nvPr>
            <p:ph type="subTitle" idx="1"/>
          </p:nvPr>
        </p:nvSpPr>
        <p:spPr>
          <a:xfrm>
            <a:off x="1600767" y="3931845"/>
            <a:ext cx="3652400" cy="487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dk1"/>
              </a:buClr>
              <a:buSzPts val="1200"/>
              <a:buFont typeface="PT Sans"/>
              <a:buNone/>
              <a:defRPr sz="2133">
                <a:solidFill>
                  <a:schemeClr val="dk1"/>
                </a:solidFill>
              </a:defRPr>
            </a:lvl1pPr>
            <a:lvl2pPr lvl="1" algn="ctr" rtl="0">
              <a:lnSpc>
                <a:spcPct val="100000"/>
              </a:lnSpc>
              <a:spcBef>
                <a:spcPts val="0"/>
              </a:spcBef>
              <a:spcAft>
                <a:spcPts val="0"/>
              </a:spcAft>
              <a:buClr>
                <a:schemeClr val="dk1"/>
              </a:buClr>
              <a:buSzPts val="1200"/>
              <a:buNone/>
              <a:defRPr>
                <a:solidFill>
                  <a:schemeClr val="dk1"/>
                </a:solidFill>
              </a:defRPr>
            </a:lvl2pPr>
            <a:lvl3pPr lvl="2" algn="ctr" rtl="0">
              <a:lnSpc>
                <a:spcPct val="100000"/>
              </a:lnSpc>
              <a:spcBef>
                <a:spcPts val="0"/>
              </a:spcBef>
              <a:spcAft>
                <a:spcPts val="0"/>
              </a:spcAft>
              <a:buClr>
                <a:schemeClr val="dk1"/>
              </a:buClr>
              <a:buSzPts val="1200"/>
              <a:buNone/>
              <a:defRPr>
                <a:solidFill>
                  <a:schemeClr val="dk1"/>
                </a:solidFill>
              </a:defRPr>
            </a:lvl3pPr>
            <a:lvl4pPr lvl="3" algn="ctr" rtl="0">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4pPr>
            <a:lvl5pPr lvl="4" algn="ctr" rtl="0">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5pPr>
            <a:lvl6pPr lvl="5" algn="ctr" rtl="0">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6pPr>
            <a:lvl7pPr lvl="6" algn="ctr" rtl="0">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7pPr>
            <a:lvl8pPr lvl="7" algn="ctr" rtl="0">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8pPr>
            <a:lvl9pPr lvl="8" algn="ctr" rtl="0">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9pPr>
          </a:lstStyle>
          <a:p>
            <a:r>
              <a:rPr lang="en-US"/>
              <a:t>Click to edit Master subtitle style</a:t>
            </a:r>
            <a:endParaRPr/>
          </a:p>
        </p:txBody>
      </p:sp>
      <p:sp>
        <p:nvSpPr>
          <p:cNvPr id="211" name="Google Shape;211;p22"/>
          <p:cNvSpPr txBox="1">
            <a:spLocks noGrp="1"/>
          </p:cNvSpPr>
          <p:nvPr>
            <p:ph type="title" idx="2" hasCustomPrompt="1"/>
          </p:nvPr>
        </p:nvSpPr>
        <p:spPr>
          <a:xfrm>
            <a:off x="1600767" y="1303933"/>
            <a:ext cx="3652400" cy="888400"/>
          </a:xfrm>
          <a:prstGeom prst="rect">
            <a:avLst/>
          </a:prstGeom>
          <a:solidFill>
            <a:schemeClr val="dk2"/>
          </a:solidFill>
        </p:spPr>
        <p:txBody>
          <a:bodyPr spcFirstLastPara="1" wrap="square" lIns="91425" tIns="91425" rIns="91425" bIns="91425" anchor="ctr" anchorCtr="0">
            <a:noAutofit/>
          </a:bodyPr>
          <a:lstStyle>
            <a:lvl1pPr lvl="0" rtl="0">
              <a:spcBef>
                <a:spcPts val="0"/>
              </a:spcBef>
              <a:spcAft>
                <a:spcPts val="0"/>
              </a:spcAft>
              <a:buClr>
                <a:schemeClr val="lt1"/>
              </a:buClr>
              <a:buSzPts val="6000"/>
              <a:buNone/>
              <a:defRPr sz="5467"/>
            </a:lvl1pPr>
            <a:lvl2pPr lvl="1" algn="ctr" rtl="0">
              <a:spcBef>
                <a:spcPts val="0"/>
              </a:spcBef>
              <a:spcAft>
                <a:spcPts val="0"/>
              </a:spcAft>
              <a:buClr>
                <a:schemeClr val="lt1"/>
              </a:buClr>
              <a:buSzPts val="6000"/>
              <a:buNone/>
              <a:defRPr sz="8000">
                <a:solidFill>
                  <a:schemeClr val="lt1"/>
                </a:solidFill>
              </a:defRPr>
            </a:lvl2pPr>
            <a:lvl3pPr lvl="2" algn="ctr" rtl="0">
              <a:spcBef>
                <a:spcPts val="0"/>
              </a:spcBef>
              <a:spcAft>
                <a:spcPts val="0"/>
              </a:spcAft>
              <a:buClr>
                <a:schemeClr val="lt1"/>
              </a:buClr>
              <a:buSzPts val="6000"/>
              <a:buNone/>
              <a:defRPr sz="8000">
                <a:solidFill>
                  <a:schemeClr val="lt1"/>
                </a:solidFill>
              </a:defRPr>
            </a:lvl3pPr>
            <a:lvl4pPr lvl="3" algn="ctr" rtl="0">
              <a:spcBef>
                <a:spcPts val="0"/>
              </a:spcBef>
              <a:spcAft>
                <a:spcPts val="0"/>
              </a:spcAft>
              <a:buClr>
                <a:schemeClr val="lt1"/>
              </a:buClr>
              <a:buSzPts val="6000"/>
              <a:buNone/>
              <a:defRPr sz="8000">
                <a:solidFill>
                  <a:schemeClr val="lt1"/>
                </a:solidFill>
              </a:defRPr>
            </a:lvl4pPr>
            <a:lvl5pPr lvl="4" algn="ctr" rtl="0">
              <a:spcBef>
                <a:spcPts val="0"/>
              </a:spcBef>
              <a:spcAft>
                <a:spcPts val="0"/>
              </a:spcAft>
              <a:buClr>
                <a:schemeClr val="lt1"/>
              </a:buClr>
              <a:buSzPts val="6000"/>
              <a:buNone/>
              <a:defRPr sz="8000">
                <a:solidFill>
                  <a:schemeClr val="lt1"/>
                </a:solidFill>
              </a:defRPr>
            </a:lvl5pPr>
            <a:lvl6pPr lvl="5" algn="ctr" rtl="0">
              <a:spcBef>
                <a:spcPts val="0"/>
              </a:spcBef>
              <a:spcAft>
                <a:spcPts val="0"/>
              </a:spcAft>
              <a:buClr>
                <a:schemeClr val="lt1"/>
              </a:buClr>
              <a:buSzPts val="6000"/>
              <a:buNone/>
              <a:defRPr sz="8000">
                <a:solidFill>
                  <a:schemeClr val="lt1"/>
                </a:solidFill>
              </a:defRPr>
            </a:lvl6pPr>
            <a:lvl7pPr lvl="6" algn="ctr" rtl="0">
              <a:spcBef>
                <a:spcPts val="0"/>
              </a:spcBef>
              <a:spcAft>
                <a:spcPts val="0"/>
              </a:spcAft>
              <a:buClr>
                <a:schemeClr val="lt1"/>
              </a:buClr>
              <a:buSzPts val="6000"/>
              <a:buNone/>
              <a:defRPr sz="8000">
                <a:solidFill>
                  <a:schemeClr val="lt1"/>
                </a:solidFill>
              </a:defRPr>
            </a:lvl7pPr>
            <a:lvl8pPr lvl="7" algn="ctr" rtl="0">
              <a:spcBef>
                <a:spcPts val="0"/>
              </a:spcBef>
              <a:spcAft>
                <a:spcPts val="0"/>
              </a:spcAft>
              <a:buClr>
                <a:schemeClr val="lt1"/>
              </a:buClr>
              <a:buSzPts val="6000"/>
              <a:buNone/>
              <a:defRPr sz="8000">
                <a:solidFill>
                  <a:schemeClr val="lt1"/>
                </a:solidFill>
              </a:defRPr>
            </a:lvl8pPr>
            <a:lvl9pPr lvl="8" algn="ctr" rtl="0">
              <a:spcBef>
                <a:spcPts val="0"/>
              </a:spcBef>
              <a:spcAft>
                <a:spcPts val="0"/>
              </a:spcAft>
              <a:buClr>
                <a:schemeClr val="lt1"/>
              </a:buClr>
              <a:buSzPts val="6000"/>
              <a:buNone/>
              <a:defRPr sz="8000">
                <a:solidFill>
                  <a:schemeClr val="lt1"/>
                </a:solidFill>
              </a:defRPr>
            </a:lvl9pPr>
          </a:lstStyle>
          <a:p>
            <a:r>
              <a:t>xx%</a:t>
            </a:r>
          </a:p>
        </p:txBody>
      </p:sp>
      <p:sp>
        <p:nvSpPr>
          <p:cNvPr id="212" name="Google Shape;212;p22"/>
          <p:cNvSpPr txBox="1">
            <a:spLocks noGrp="1"/>
          </p:cNvSpPr>
          <p:nvPr>
            <p:ph type="subTitle" idx="3"/>
          </p:nvPr>
        </p:nvSpPr>
        <p:spPr>
          <a:xfrm>
            <a:off x="1600767" y="2225896"/>
            <a:ext cx="3652400" cy="481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dk1"/>
              </a:buClr>
              <a:buSzPts val="1200"/>
              <a:buFont typeface="PT Sans"/>
              <a:buNone/>
              <a:defRPr sz="2133">
                <a:solidFill>
                  <a:schemeClr val="dk1"/>
                </a:solidFill>
              </a:defRPr>
            </a:lvl1pPr>
            <a:lvl2pPr lvl="1" algn="ctr" rtl="0">
              <a:lnSpc>
                <a:spcPct val="100000"/>
              </a:lnSpc>
              <a:spcBef>
                <a:spcPts val="0"/>
              </a:spcBef>
              <a:spcAft>
                <a:spcPts val="0"/>
              </a:spcAft>
              <a:buClr>
                <a:schemeClr val="dk1"/>
              </a:buClr>
              <a:buSzPts val="1200"/>
              <a:buNone/>
              <a:defRPr>
                <a:solidFill>
                  <a:schemeClr val="dk1"/>
                </a:solidFill>
              </a:defRPr>
            </a:lvl2pPr>
            <a:lvl3pPr lvl="2" algn="ctr" rtl="0">
              <a:lnSpc>
                <a:spcPct val="100000"/>
              </a:lnSpc>
              <a:spcBef>
                <a:spcPts val="0"/>
              </a:spcBef>
              <a:spcAft>
                <a:spcPts val="0"/>
              </a:spcAft>
              <a:buClr>
                <a:schemeClr val="dk1"/>
              </a:buClr>
              <a:buSzPts val="1200"/>
              <a:buNone/>
              <a:defRPr>
                <a:solidFill>
                  <a:schemeClr val="dk1"/>
                </a:solidFill>
              </a:defRPr>
            </a:lvl3pPr>
            <a:lvl4pPr lvl="3" algn="ctr" rtl="0">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4pPr>
            <a:lvl5pPr lvl="4" algn="ctr" rtl="0">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5pPr>
            <a:lvl6pPr lvl="5" algn="ctr" rtl="0">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6pPr>
            <a:lvl7pPr lvl="6" algn="ctr" rtl="0">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7pPr>
            <a:lvl8pPr lvl="7" algn="ctr" rtl="0">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8pPr>
            <a:lvl9pPr lvl="8" algn="ctr" rtl="0">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9pPr>
          </a:lstStyle>
          <a:p>
            <a:r>
              <a:rPr lang="en-US"/>
              <a:t>Click to edit Master subtitle style</a:t>
            </a:r>
            <a:endParaRPr/>
          </a:p>
        </p:txBody>
      </p:sp>
      <p:sp>
        <p:nvSpPr>
          <p:cNvPr id="213" name="Google Shape;213;p22"/>
          <p:cNvSpPr txBox="1">
            <a:spLocks noGrp="1"/>
          </p:cNvSpPr>
          <p:nvPr>
            <p:ph type="title" idx="4" hasCustomPrompt="1"/>
          </p:nvPr>
        </p:nvSpPr>
        <p:spPr>
          <a:xfrm>
            <a:off x="1600767" y="4740776"/>
            <a:ext cx="3652400" cy="890000"/>
          </a:xfrm>
          <a:prstGeom prst="rect">
            <a:avLst/>
          </a:prstGeom>
          <a:solidFill>
            <a:schemeClr val="dk2"/>
          </a:solidFill>
        </p:spPr>
        <p:txBody>
          <a:bodyPr spcFirstLastPara="1" wrap="square" lIns="91425" tIns="91425" rIns="91425" bIns="91425" anchor="ctr" anchorCtr="0">
            <a:noAutofit/>
          </a:bodyPr>
          <a:lstStyle>
            <a:lvl1pPr lvl="0" rtl="0">
              <a:spcBef>
                <a:spcPts val="0"/>
              </a:spcBef>
              <a:spcAft>
                <a:spcPts val="0"/>
              </a:spcAft>
              <a:buClr>
                <a:schemeClr val="lt1"/>
              </a:buClr>
              <a:buSzPts val="6000"/>
              <a:buNone/>
              <a:defRPr sz="5467"/>
            </a:lvl1pPr>
            <a:lvl2pPr lvl="1" algn="ctr" rtl="0">
              <a:spcBef>
                <a:spcPts val="0"/>
              </a:spcBef>
              <a:spcAft>
                <a:spcPts val="0"/>
              </a:spcAft>
              <a:buClr>
                <a:schemeClr val="lt1"/>
              </a:buClr>
              <a:buSzPts val="6000"/>
              <a:buNone/>
              <a:defRPr sz="8000">
                <a:solidFill>
                  <a:schemeClr val="lt1"/>
                </a:solidFill>
              </a:defRPr>
            </a:lvl2pPr>
            <a:lvl3pPr lvl="2" algn="ctr" rtl="0">
              <a:spcBef>
                <a:spcPts val="0"/>
              </a:spcBef>
              <a:spcAft>
                <a:spcPts val="0"/>
              </a:spcAft>
              <a:buClr>
                <a:schemeClr val="lt1"/>
              </a:buClr>
              <a:buSzPts val="6000"/>
              <a:buNone/>
              <a:defRPr sz="8000">
                <a:solidFill>
                  <a:schemeClr val="lt1"/>
                </a:solidFill>
              </a:defRPr>
            </a:lvl3pPr>
            <a:lvl4pPr lvl="3" algn="ctr" rtl="0">
              <a:spcBef>
                <a:spcPts val="0"/>
              </a:spcBef>
              <a:spcAft>
                <a:spcPts val="0"/>
              </a:spcAft>
              <a:buClr>
                <a:schemeClr val="lt1"/>
              </a:buClr>
              <a:buSzPts val="6000"/>
              <a:buNone/>
              <a:defRPr sz="8000">
                <a:solidFill>
                  <a:schemeClr val="lt1"/>
                </a:solidFill>
              </a:defRPr>
            </a:lvl4pPr>
            <a:lvl5pPr lvl="4" algn="ctr" rtl="0">
              <a:spcBef>
                <a:spcPts val="0"/>
              </a:spcBef>
              <a:spcAft>
                <a:spcPts val="0"/>
              </a:spcAft>
              <a:buClr>
                <a:schemeClr val="lt1"/>
              </a:buClr>
              <a:buSzPts val="6000"/>
              <a:buNone/>
              <a:defRPr sz="8000">
                <a:solidFill>
                  <a:schemeClr val="lt1"/>
                </a:solidFill>
              </a:defRPr>
            </a:lvl5pPr>
            <a:lvl6pPr lvl="5" algn="ctr" rtl="0">
              <a:spcBef>
                <a:spcPts val="0"/>
              </a:spcBef>
              <a:spcAft>
                <a:spcPts val="0"/>
              </a:spcAft>
              <a:buClr>
                <a:schemeClr val="lt1"/>
              </a:buClr>
              <a:buSzPts val="6000"/>
              <a:buNone/>
              <a:defRPr sz="8000">
                <a:solidFill>
                  <a:schemeClr val="lt1"/>
                </a:solidFill>
              </a:defRPr>
            </a:lvl6pPr>
            <a:lvl7pPr lvl="6" algn="ctr" rtl="0">
              <a:spcBef>
                <a:spcPts val="0"/>
              </a:spcBef>
              <a:spcAft>
                <a:spcPts val="0"/>
              </a:spcAft>
              <a:buClr>
                <a:schemeClr val="lt1"/>
              </a:buClr>
              <a:buSzPts val="6000"/>
              <a:buNone/>
              <a:defRPr sz="8000">
                <a:solidFill>
                  <a:schemeClr val="lt1"/>
                </a:solidFill>
              </a:defRPr>
            </a:lvl7pPr>
            <a:lvl8pPr lvl="7" algn="ctr" rtl="0">
              <a:spcBef>
                <a:spcPts val="0"/>
              </a:spcBef>
              <a:spcAft>
                <a:spcPts val="0"/>
              </a:spcAft>
              <a:buClr>
                <a:schemeClr val="lt1"/>
              </a:buClr>
              <a:buSzPts val="6000"/>
              <a:buNone/>
              <a:defRPr sz="8000">
                <a:solidFill>
                  <a:schemeClr val="lt1"/>
                </a:solidFill>
              </a:defRPr>
            </a:lvl8pPr>
            <a:lvl9pPr lvl="8" algn="ctr" rtl="0">
              <a:spcBef>
                <a:spcPts val="0"/>
              </a:spcBef>
              <a:spcAft>
                <a:spcPts val="0"/>
              </a:spcAft>
              <a:buClr>
                <a:schemeClr val="lt1"/>
              </a:buClr>
              <a:buSzPts val="6000"/>
              <a:buNone/>
              <a:defRPr sz="8000">
                <a:solidFill>
                  <a:schemeClr val="lt1"/>
                </a:solidFill>
              </a:defRPr>
            </a:lvl9pPr>
          </a:lstStyle>
          <a:p>
            <a:r>
              <a:t>xx%</a:t>
            </a:r>
          </a:p>
        </p:txBody>
      </p:sp>
      <p:sp>
        <p:nvSpPr>
          <p:cNvPr id="214" name="Google Shape;214;p22"/>
          <p:cNvSpPr txBox="1">
            <a:spLocks noGrp="1"/>
          </p:cNvSpPr>
          <p:nvPr>
            <p:ph type="subTitle" idx="5"/>
          </p:nvPr>
        </p:nvSpPr>
        <p:spPr>
          <a:xfrm>
            <a:off x="1600767" y="5651067"/>
            <a:ext cx="3652400" cy="487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dk1"/>
              </a:buClr>
              <a:buSzPts val="1200"/>
              <a:buFont typeface="PT Sans"/>
              <a:buNone/>
              <a:defRPr sz="2133">
                <a:solidFill>
                  <a:schemeClr val="dk1"/>
                </a:solidFill>
              </a:defRPr>
            </a:lvl1pPr>
            <a:lvl2pPr lvl="1" algn="ctr" rtl="0">
              <a:lnSpc>
                <a:spcPct val="100000"/>
              </a:lnSpc>
              <a:spcBef>
                <a:spcPts val="0"/>
              </a:spcBef>
              <a:spcAft>
                <a:spcPts val="0"/>
              </a:spcAft>
              <a:buClr>
                <a:schemeClr val="dk1"/>
              </a:buClr>
              <a:buSzPts val="1200"/>
              <a:buNone/>
              <a:defRPr>
                <a:solidFill>
                  <a:schemeClr val="dk1"/>
                </a:solidFill>
              </a:defRPr>
            </a:lvl2pPr>
            <a:lvl3pPr lvl="2" algn="ctr" rtl="0">
              <a:lnSpc>
                <a:spcPct val="100000"/>
              </a:lnSpc>
              <a:spcBef>
                <a:spcPts val="0"/>
              </a:spcBef>
              <a:spcAft>
                <a:spcPts val="0"/>
              </a:spcAft>
              <a:buClr>
                <a:schemeClr val="dk1"/>
              </a:buClr>
              <a:buSzPts val="1200"/>
              <a:buNone/>
              <a:defRPr>
                <a:solidFill>
                  <a:schemeClr val="dk1"/>
                </a:solidFill>
              </a:defRPr>
            </a:lvl3pPr>
            <a:lvl4pPr lvl="3" algn="ctr" rtl="0">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4pPr>
            <a:lvl5pPr lvl="4" algn="ctr" rtl="0">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5pPr>
            <a:lvl6pPr lvl="5" algn="ctr" rtl="0">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6pPr>
            <a:lvl7pPr lvl="6" algn="ctr" rtl="0">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7pPr>
            <a:lvl8pPr lvl="7" algn="ctr" rtl="0">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8pPr>
            <a:lvl9pPr lvl="8" algn="ctr" rtl="0">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9pPr>
          </a:lstStyle>
          <a:p>
            <a:r>
              <a:rPr lang="en-US"/>
              <a:t>Click to edit Master subtitle style</a:t>
            </a:r>
            <a:endParaRPr/>
          </a:p>
        </p:txBody>
      </p:sp>
      <p:pic>
        <p:nvPicPr>
          <p:cNvPr id="215" name="Google Shape;215;p22"/>
          <p:cNvPicPr preferRelativeResize="0"/>
          <p:nvPr/>
        </p:nvPicPr>
        <p:blipFill>
          <a:blip r:embed="rId2">
            <a:alphaModFix/>
          </a:blip>
          <a:stretch>
            <a:fillRect/>
          </a:stretch>
        </p:blipFill>
        <p:spPr>
          <a:xfrm rot="10800000" flipH="1">
            <a:off x="1" y="1"/>
            <a:ext cx="6303735" cy="3009167"/>
          </a:xfrm>
          <a:prstGeom prst="rect">
            <a:avLst/>
          </a:prstGeom>
          <a:noFill/>
          <a:ln>
            <a:noFill/>
          </a:ln>
        </p:spPr>
      </p:pic>
    </p:spTree>
    <p:extLst>
      <p:ext uri="{BB962C8B-B14F-4D97-AF65-F5344CB8AC3E}">
        <p14:creationId xmlns:p14="http://schemas.microsoft.com/office/powerpoint/2010/main" val="185978141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Thanks">
  <p:cSld name="Thanks">
    <p:spTree>
      <p:nvGrpSpPr>
        <p:cNvPr id="1" name="Shape 216"/>
        <p:cNvGrpSpPr/>
        <p:nvPr/>
      </p:nvGrpSpPr>
      <p:grpSpPr>
        <a:xfrm>
          <a:off x="0" y="0"/>
          <a:ext cx="0" cy="0"/>
          <a:chOff x="0" y="0"/>
          <a:chExt cx="0" cy="0"/>
        </a:xfrm>
      </p:grpSpPr>
      <p:sp>
        <p:nvSpPr>
          <p:cNvPr id="217" name="Google Shape;217;p23"/>
          <p:cNvSpPr txBox="1">
            <a:spLocks noGrp="1"/>
          </p:cNvSpPr>
          <p:nvPr>
            <p:ph type="title"/>
          </p:nvPr>
        </p:nvSpPr>
        <p:spPr>
          <a:xfrm>
            <a:off x="950967" y="996351"/>
            <a:ext cx="4375600" cy="1271600"/>
          </a:xfrm>
          <a:prstGeom prst="rect">
            <a:avLst/>
          </a:prstGeom>
        </p:spPr>
        <p:txBody>
          <a:bodyPr spcFirstLastPara="1" wrap="square" lIns="91425" tIns="91425" rIns="91425" bIns="91425" anchor="b" anchorCtr="0">
            <a:noAutofit/>
          </a:bodyPr>
          <a:lstStyle>
            <a:lvl1pPr lvl="0" rtl="0">
              <a:spcBef>
                <a:spcPts val="0"/>
              </a:spcBef>
              <a:spcAft>
                <a:spcPts val="0"/>
              </a:spcAft>
              <a:buSzPts val="3000"/>
              <a:buNone/>
              <a:defRPr sz="800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r>
              <a:rPr lang="en-US"/>
              <a:t>Click to edit Master title style</a:t>
            </a:r>
            <a:endParaRPr/>
          </a:p>
        </p:txBody>
      </p:sp>
      <p:sp>
        <p:nvSpPr>
          <p:cNvPr id="218" name="Google Shape;218;p23"/>
          <p:cNvSpPr txBox="1">
            <a:spLocks noGrp="1"/>
          </p:cNvSpPr>
          <p:nvPr>
            <p:ph type="subTitle" idx="1"/>
          </p:nvPr>
        </p:nvSpPr>
        <p:spPr>
          <a:xfrm>
            <a:off x="950967" y="2112599"/>
            <a:ext cx="4375600" cy="1194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r>
              <a:rPr lang="en-US"/>
              <a:t>Click to edit Master subtitle style</a:t>
            </a:r>
            <a:endParaRPr/>
          </a:p>
        </p:txBody>
      </p:sp>
      <p:pic>
        <p:nvPicPr>
          <p:cNvPr id="219" name="Google Shape;219;p23"/>
          <p:cNvPicPr preferRelativeResize="0"/>
          <p:nvPr/>
        </p:nvPicPr>
        <p:blipFill>
          <a:blip r:embed="rId2">
            <a:alphaModFix/>
          </a:blip>
          <a:stretch>
            <a:fillRect/>
          </a:stretch>
        </p:blipFill>
        <p:spPr>
          <a:xfrm rot="10800000" flipH="1">
            <a:off x="1" y="1"/>
            <a:ext cx="6303735" cy="3009167"/>
          </a:xfrm>
          <a:prstGeom prst="rect">
            <a:avLst/>
          </a:prstGeom>
          <a:noFill/>
          <a:ln>
            <a:noFill/>
          </a:ln>
        </p:spPr>
      </p:pic>
      <p:sp>
        <p:nvSpPr>
          <p:cNvPr id="220" name="Google Shape;220;p23"/>
          <p:cNvSpPr txBox="1"/>
          <p:nvPr/>
        </p:nvSpPr>
        <p:spPr>
          <a:xfrm>
            <a:off x="950967" y="4547384"/>
            <a:ext cx="4371600" cy="967200"/>
          </a:xfrm>
          <a:prstGeom prst="rect">
            <a:avLst/>
          </a:prstGeom>
          <a:noFill/>
          <a:ln>
            <a:noFill/>
          </a:ln>
        </p:spPr>
        <p:txBody>
          <a:bodyPr spcFirstLastPara="1" wrap="square" lIns="121900" tIns="121900" rIns="121900" bIns="121900" anchor="t" anchorCtr="0">
            <a:noAutofit/>
          </a:bodyPr>
          <a:lstStyle/>
          <a:p>
            <a:pPr marL="0" lvl="0" indent="0" algn="l" rtl="0">
              <a:spcBef>
                <a:spcPts val="400"/>
              </a:spcBef>
              <a:spcAft>
                <a:spcPts val="0"/>
              </a:spcAft>
              <a:buNone/>
            </a:pPr>
            <a:r>
              <a:rPr lang="en" sz="1333" b="1">
                <a:solidFill>
                  <a:schemeClr val="dk1"/>
                </a:solidFill>
                <a:latin typeface="Cairo"/>
                <a:ea typeface="Cairo"/>
                <a:cs typeface="Cairo"/>
                <a:sym typeface="Cairo"/>
              </a:rPr>
              <a:t>CREDITS:</a:t>
            </a:r>
            <a:r>
              <a:rPr lang="en" sz="1333">
                <a:solidFill>
                  <a:schemeClr val="dk1"/>
                </a:solidFill>
                <a:latin typeface="Cairo"/>
                <a:ea typeface="Cairo"/>
                <a:cs typeface="Cairo"/>
                <a:sym typeface="Cairo"/>
              </a:rPr>
              <a:t> This presentation template was created by </a:t>
            </a:r>
            <a:r>
              <a:rPr lang="en" sz="1333" b="1" u="sng">
                <a:solidFill>
                  <a:schemeClr val="dk1"/>
                </a:solidFill>
                <a:latin typeface="Cairo"/>
                <a:ea typeface="Cairo"/>
                <a:cs typeface="Cairo"/>
                <a:sym typeface="Cairo"/>
                <a:hlinkClick r:id="rId3">
                  <a:extLst>
                    <a:ext uri="{A12FA001-AC4F-418D-AE19-62706E023703}">
                      <ahyp:hlinkClr xmlns:ahyp="http://schemas.microsoft.com/office/drawing/2018/hyperlinkcolor" val="tx"/>
                    </a:ext>
                  </a:extLst>
                </a:hlinkClick>
              </a:rPr>
              <a:t>Slidesgo</a:t>
            </a:r>
            <a:r>
              <a:rPr lang="en" sz="1333">
                <a:solidFill>
                  <a:schemeClr val="dk1"/>
                </a:solidFill>
                <a:latin typeface="Cairo"/>
                <a:ea typeface="Cairo"/>
                <a:cs typeface="Cairo"/>
                <a:sym typeface="Cairo"/>
              </a:rPr>
              <a:t>, and includes icons by </a:t>
            </a:r>
            <a:r>
              <a:rPr lang="en" sz="1333" b="1" u="sng">
                <a:solidFill>
                  <a:schemeClr val="dk1"/>
                </a:solidFill>
                <a:latin typeface="Cairo"/>
                <a:ea typeface="Cairo"/>
                <a:cs typeface="Cairo"/>
                <a:sym typeface="Cairo"/>
                <a:hlinkClick r:id="rId4">
                  <a:extLst>
                    <a:ext uri="{A12FA001-AC4F-418D-AE19-62706E023703}">
                      <ahyp:hlinkClr xmlns:ahyp="http://schemas.microsoft.com/office/drawing/2018/hyperlinkcolor" val="tx"/>
                    </a:ext>
                  </a:extLst>
                </a:hlinkClick>
              </a:rPr>
              <a:t>Flaticon</a:t>
            </a:r>
            <a:r>
              <a:rPr lang="en" sz="1333">
                <a:solidFill>
                  <a:schemeClr val="dk1"/>
                </a:solidFill>
                <a:latin typeface="Cairo"/>
                <a:ea typeface="Cairo"/>
                <a:cs typeface="Cairo"/>
                <a:sym typeface="Cairo"/>
              </a:rPr>
              <a:t>, and infographics &amp; images by </a:t>
            </a:r>
            <a:r>
              <a:rPr lang="en" sz="1333" b="1" u="sng">
                <a:solidFill>
                  <a:schemeClr val="dk1"/>
                </a:solidFill>
                <a:latin typeface="Cairo"/>
                <a:ea typeface="Cairo"/>
                <a:cs typeface="Cairo"/>
                <a:sym typeface="Cairo"/>
                <a:hlinkClick r:id="rId5">
                  <a:extLst>
                    <a:ext uri="{A12FA001-AC4F-418D-AE19-62706E023703}">
                      <ahyp:hlinkClr xmlns:ahyp="http://schemas.microsoft.com/office/drawing/2018/hyperlinkcolor" val="tx"/>
                    </a:ext>
                  </a:extLst>
                </a:hlinkClick>
              </a:rPr>
              <a:t>Freepik</a:t>
            </a:r>
            <a:r>
              <a:rPr lang="en" sz="1333" b="1" u="sng">
                <a:solidFill>
                  <a:schemeClr val="dk1"/>
                </a:solidFill>
                <a:latin typeface="Cairo"/>
                <a:ea typeface="Cairo"/>
                <a:cs typeface="Cairo"/>
                <a:sym typeface="Cairo"/>
              </a:rPr>
              <a:t> </a:t>
            </a:r>
            <a:endParaRPr sz="1333" b="1" u="sng">
              <a:solidFill>
                <a:schemeClr val="dk1"/>
              </a:solidFill>
              <a:latin typeface="Cairo"/>
              <a:ea typeface="Cairo"/>
              <a:cs typeface="Cairo"/>
              <a:sym typeface="Cairo"/>
            </a:endParaRPr>
          </a:p>
        </p:txBody>
      </p:sp>
    </p:spTree>
    <p:extLst>
      <p:ext uri="{BB962C8B-B14F-4D97-AF65-F5344CB8AC3E}">
        <p14:creationId xmlns:p14="http://schemas.microsoft.com/office/powerpoint/2010/main" val="292722317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Background">
  <p:cSld name="Background">
    <p:spTree>
      <p:nvGrpSpPr>
        <p:cNvPr id="1" name="Shape 221"/>
        <p:cNvGrpSpPr/>
        <p:nvPr/>
      </p:nvGrpSpPr>
      <p:grpSpPr>
        <a:xfrm>
          <a:off x="0" y="0"/>
          <a:ext cx="0" cy="0"/>
          <a:chOff x="0" y="0"/>
          <a:chExt cx="0" cy="0"/>
        </a:xfrm>
      </p:grpSpPr>
      <p:grpSp>
        <p:nvGrpSpPr>
          <p:cNvPr id="222" name="Google Shape;222;p24"/>
          <p:cNvGrpSpPr/>
          <p:nvPr/>
        </p:nvGrpSpPr>
        <p:grpSpPr>
          <a:xfrm>
            <a:off x="1" y="0"/>
            <a:ext cx="12192001" cy="6858000"/>
            <a:chOff x="0" y="0"/>
            <a:chExt cx="9144001" cy="5143500"/>
          </a:xfrm>
        </p:grpSpPr>
        <p:pic>
          <p:nvPicPr>
            <p:cNvPr id="223" name="Google Shape;223;p24"/>
            <p:cNvPicPr preferRelativeResize="0"/>
            <p:nvPr/>
          </p:nvPicPr>
          <p:blipFill>
            <a:blip r:embed="rId2">
              <a:alphaModFix/>
            </a:blip>
            <a:stretch>
              <a:fillRect/>
            </a:stretch>
          </p:blipFill>
          <p:spPr>
            <a:xfrm rot="10800000" flipH="1">
              <a:off x="0" y="0"/>
              <a:ext cx="4727801" cy="2256875"/>
            </a:xfrm>
            <a:prstGeom prst="rect">
              <a:avLst/>
            </a:prstGeom>
            <a:noFill/>
            <a:ln>
              <a:noFill/>
            </a:ln>
          </p:spPr>
        </p:pic>
        <p:pic>
          <p:nvPicPr>
            <p:cNvPr id="224" name="Google Shape;224;p24"/>
            <p:cNvPicPr preferRelativeResize="0"/>
            <p:nvPr/>
          </p:nvPicPr>
          <p:blipFill>
            <a:blip r:embed="rId3">
              <a:alphaModFix/>
            </a:blip>
            <a:stretch>
              <a:fillRect/>
            </a:stretch>
          </p:blipFill>
          <p:spPr>
            <a:xfrm rot="10800000" flipH="1">
              <a:off x="5738810" y="0"/>
              <a:ext cx="3405191" cy="5143500"/>
            </a:xfrm>
            <a:prstGeom prst="rect">
              <a:avLst/>
            </a:prstGeom>
            <a:noFill/>
            <a:ln>
              <a:noFill/>
            </a:ln>
          </p:spPr>
        </p:pic>
      </p:grpSp>
      <p:grpSp>
        <p:nvGrpSpPr>
          <p:cNvPr id="225" name="Google Shape;225;p24"/>
          <p:cNvGrpSpPr/>
          <p:nvPr/>
        </p:nvGrpSpPr>
        <p:grpSpPr>
          <a:xfrm rot="756538">
            <a:off x="-1426443" y="-2456763"/>
            <a:ext cx="6098876" cy="4639216"/>
            <a:chOff x="1522650" y="1117750"/>
            <a:chExt cx="4574075" cy="3479350"/>
          </a:xfrm>
        </p:grpSpPr>
        <p:sp>
          <p:nvSpPr>
            <p:cNvPr id="226" name="Google Shape;226;p24"/>
            <p:cNvSpPr/>
            <p:nvPr/>
          </p:nvSpPr>
          <p:spPr>
            <a:xfrm>
              <a:off x="2305900" y="1117750"/>
              <a:ext cx="3790825" cy="3217100"/>
            </a:xfrm>
            <a:custGeom>
              <a:avLst/>
              <a:gdLst/>
              <a:ahLst/>
              <a:cxnLst/>
              <a:rect l="l" t="t" r="r" b="b"/>
              <a:pathLst>
                <a:path w="151633" h="128684" extrusionOk="0">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27" name="Google Shape;227;p24"/>
            <p:cNvSpPr/>
            <p:nvPr/>
          </p:nvSpPr>
          <p:spPr>
            <a:xfrm>
              <a:off x="1522650" y="3538750"/>
              <a:ext cx="2417375" cy="1058350"/>
            </a:xfrm>
            <a:custGeom>
              <a:avLst/>
              <a:gdLst/>
              <a:ahLst/>
              <a:cxnLst/>
              <a:rect l="l" t="t" r="r" b="b"/>
              <a:pathLst>
                <a:path w="96695" h="42334" extrusionOk="0">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Tree>
    <p:extLst>
      <p:ext uri="{BB962C8B-B14F-4D97-AF65-F5344CB8AC3E}">
        <p14:creationId xmlns:p14="http://schemas.microsoft.com/office/powerpoint/2010/main" val="144288088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Background 1">
  <p:cSld name="Background 1">
    <p:spTree>
      <p:nvGrpSpPr>
        <p:cNvPr id="1" name="Shape 228"/>
        <p:cNvGrpSpPr/>
        <p:nvPr/>
      </p:nvGrpSpPr>
      <p:grpSpPr>
        <a:xfrm>
          <a:off x="0" y="0"/>
          <a:ext cx="0" cy="0"/>
          <a:chOff x="0" y="0"/>
          <a:chExt cx="0" cy="0"/>
        </a:xfrm>
      </p:grpSpPr>
      <p:grpSp>
        <p:nvGrpSpPr>
          <p:cNvPr id="229" name="Google Shape;229;p25"/>
          <p:cNvGrpSpPr/>
          <p:nvPr/>
        </p:nvGrpSpPr>
        <p:grpSpPr>
          <a:xfrm>
            <a:off x="1" y="0"/>
            <a:ext cx="12192001" cy="6858000"/>
            <a:chOff x="0" y="0"/>
            <a:chExt cx="9144001" cy="5143500"/>
          </a:xfrm>
        </p:grpSpPr>
        <p:pic>
          <p:nvPicPr>
            <p:cNvPr id="230" name="Google Shape;230;p25"/>
            <p:cNvPicPr preferRelativeResize="0"/>
            <p:nvPr/>
          </p:nvPicPr>
          <p:blipFill>
            <a:blip r:embed="rId2">
              <a:alphaModFix/>
            </a:blip>
            <a:stretch>
              <a:fillRect/>
            </a:stretch>
          </p:blipFill>
          <p:spPr>
            <a:xfrm rot="10800000" flipH="1">
              <a:off x="0" y="2052950"/>
              <a:ext cx="4220500" cy="3090550"/>
            </a:xfrm>
            <a:prstGeom prst="rect">
              <a:avLst/>
            </a:prstGeom>
            <a:noFill/>
            <a:ln>
              <a:noFill/>
            </a:ln>
          </p:spPr>
        </p:pic>
        <p:pic>
          <p:nvPicPr>
            <p:cNvPr id="231" name="Google Shape;231;p25"/>
            <p:cNvPicPr preferRelativeResize="0"/>
            <p:nvPr/>
          </p:nvPicPr>
          <p:blipFill>
            <a:blip r:embed="rId3">
              <a:alphaModFix/>
            </a:blip>
            <a:stretch>
              <a:fillRect/>
            </a:stretch>
          </p:blipFill>
          <p:spPr>
            <a:xfrm rot="10800000" flipH="1">
              <a:off x="6764924" y="0"/>
              <a:ext cx="2379077" cy="3237334"/>
            </a:xfrm>
            <a:prstGeom prst="rect">
              <a:avLst/>
            </a:prstGeom>
            <a:noFill/>
            <a:ln>
              <a:noFill/>
            </a:ln>
          </p:spPr>
        </p:pic>
      </p:grpSp>
      <p:grpSp>
        <p:nvGrpSpPr>
          <p:cNvPr id="232" name="Google Shape;232;p25"/>
          <p:cNvGrpSpPr/>
          <p:nvPr/>
        </p:nvGrpSpPr>
        <p:grpSpPr>
          <a:xfrm>
            <a:off x="-2460166" y="-2907770"/>
            <a:ext cx="16870083" cy="13169388"/>
            <a:chOff x="-1845124" y="-2180828"/>
            <a:chExt cx="12652562" cy="9877041"/>
          </a:xfrm>
        </p:grpSpPr>
        <p:grpSp>
          <p:nvGrpSpPr>
            <p:cNvPr id="233" name="Google Shape;233;p25"/>
            <p:cNvGrpSpPr/>
            <p:nvPr/>
          </p:nvGrpSpPr>
          <p:grpSpPr>
            <a:xfrm>
              <a:off x="-1845124" y="-2180828"/>
              <a:ext cx="4574075" cy="3479350"/>
              <a:chOff x="1522650" y="1117750"/>
              <a:chExt cx="4574075" cy="3479350"/>
            </a:xfrm>
          </p:grpSpPr>
          <p:sp>
            <p:nvSpPr>
              <p:cNvPr id="234" name="Google Shape;234;p25"/>
              <p:cNvSpPr/>
              <p:nvPr/>
            </p:nvSpPr>
            <p:spPr>
              <a:xfrm>
                <a:off x="2305900" y="1117750"/>
                <a:ext cx="3790825" cy="3217100"/>
              </a:xfrm>
              <a:custGeom>
                <a:avLst/>
                <a:gdLst/>
                <a:ahLst/>
                <a:cxnLst/>
                <a:rect l="l" t="t" r="r" b="b"/>
                <a:pathLst>
                  <a:path w="151633" h="128684" extrusionOk="0">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35" name="Google Shape;235;p25"/>
              <p:cNvSpPr/>
              <p:nvPr/>
            </p:nvSpPr>
            <p:spPr>
              <a:xfrm>
                <a:off x="1522650" y="3538750"/>
                <a:ext cx="2417375" cy="1058350"/>
              </a:xfrm>
              <a:custGeom>
                <a:avLst/>
                <a:gdLst/>
                <a:ahLst/>
                <a:cxnLst/>
                <a:rect l="l" t="t" r="r" b="b"/>
                <a:pathLst>
                  <a:path w="96695" h="42334" extrusionOk="0">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236" name="Google Shape;236;p25"/>
            <p:cNvGrpSpPr/>
            <p:nvPr/>
          </p:nvGrpSpPr>
          <p:grpSpPr>
            <a:xfrm rot="-10539848" flipH="1">
              <a:off x="6108563" y="4049075"/>
              <a:ext cx="4573901" cy="3479217"/>
              <a:chOff x="1522650" y="1117750"/>
              <a:chExt cx="4574075" cy="3479350"/>
            </a:xfrm>
          </p:grpSpPr>
          <p:sp>
            <p:nvSpPr>
              <p:cNvPr id="237" name="Google Shape;237;p25"/>
              <p:cNvSpPr/>
              <p:nvPr/>
            </p:nvSpPr>
            <p:spPr>
              <a:xfrm>
                <a:off x="2305900" y="1117750"/>
                <a:ext cx="3790825" cy="3217100"/>
              </a:xfrm>
              <a:custGeom>
                <a:avLst/>
                <a:gdLst/>
                <a:ahLst/>
                <a:cxnLst/>
                <a:rect l="l" t="t" r="r" b="b"/>
                <a:pathLst>
                  <a:path w="151633" h="128684" extrusionOk="0">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38" name="Google Shape;238;p25"/>
              <p:cNvSpPr/>
              <p:nvPr/>
            </p:nvSpPr>
            <p:spPr>
              <a:xfrm>
                <a:off x="1522650" y="3538750"/>
                <a:ext cx="2417375" cy="1058350"/>
              </a:xfrm>
              <a:custGeom>
                <a:avLst/>
                <a:gdLst/>
                <a:ahLst/>
                <a:cxnLst/>
                <a:rect l="l" t="t" r="r" b="b"/>
                <a:pathLst>
                  <a:path w="96695" h="42334" extrusionOk="0">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spTree>
    <p:extLst>
      <p:ext uri="{BB962C8B-B14F-4D97-AF65-F5344CB8AC3E}">
        <p14:creationId xmlns:p14="http://schemas.microsoft.com/office/powerpoint/2010/main" val="261548924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Blank slide" type="blank" preserve="1">
  <p:cSld name="Blank slide">
    <p:spTree>
      <p:nvGrpSpPr>
        <p:cNvPr id="1" name="Shape 242"/>
        <p:cNvGrpSpPr/>
        <p:nvPr/>
      </p:nvGrpSpPr>
      <p:grpSpPr>
        <a:xfrm>
          <a:off x="0" y="0"/>
          <a:ext cx="0" cy="0"/>
          <a:chOff x="0" y="0"/>
          <a:chExt cx="0" cy="0"/>
        </a:xfrm>
      </p:grpSpPr>
    </p:spTree>
    <p:extLst>
      <p:ext uri="{BB962C8B-B14F-4D97-AF65-F5344CB8AC3E}">
        <p14:creationId xmlns:p14="http://schemas.microsoft.com/office/powerpoint/2010/main" val="4132300697"/>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Title only" preserve="1">
  <p:cSld name="Title only">
    <p:spTree>
      <p:nvGrpSpPr>
        <p:cNvPr id="1" name="Shape 243"/>
        <p:cNvGrpSpPr/>
        <p:nvPr/>
      </p:nvGrpSpPr>
      <p:grpSpPr>
        <a:xfrm>
          <a:off x="0" y="0"/>
          <a:ext cx="0" cy="0"/>
          <a:chOff x="0" y="0"/>
          <a:chExt cx="0" cy="0"/>
        </a:xfrm>
      </p:grpSpPr>
      <p:sp>
        <p:nvSpPr>
          <p:cNvPr id="244" name="Google Shape;244;p28"/>
          <p:cNvSpPr txBox="1">
            <a:spLocks noGrp="1"/>
          </p:cNvSpPr>
          <p:nvPr>
            <p:ph type="title"/>
          </p:nvPr>
        </p:nvSpPr>
        <p:spPr>
          <a:xfrm>
            <a:off x="955600" y="681367"/>
            <a:ext cx="10280800" cy="643200"/>
          </a:xfrm>
          <a:prstGeom prst="rect">
            <a:avLst/>
          </a:prstGeom>
        </p:spPr>
        <p:txBody>
          <a:bodyPr spcFirstLastPara="1" wrap="square" lIns="91425" tIns="91425" rIns="91425" bIns="91425" anchor="t" anchorCtr="0">
            <a:noAutofit/>
          </a:bodyPr>
          <a:lstStyle>
            <a:lvl1pPr lvl="0" rtl="0">
              <a:spcBef>
                <a:spcPts val="0"/>
              </a:spcBef>
              <a:spcAft>
                <a:spcPts val="0"/>
              </a:spcAft>
              <a:buSzPts val="2400"/>
              <a:buNone/>
              <a:defRPr>
                <a:solidFill>
                  <a:schemeClr val="lt1"/>
                </a:solidFill>
              </a:defRPr>
            </a:lvl1pPr>
            <a:lvl2pPr lvl="1" rtl="0">
              <a:spcBef>
                <a:spcPts val="0"/>
              </a:spcBef>
              <a:spcAft>
                <a:spcPts val="0"/>
              </a:spcAft>
              <a:buSzPts val="2400"/>
              <a:buNone/>
              <a:defRPr/>
            </a:lvl2pPr>
            <a:lvl3pPr lvl="2" rtl="0">
              <a:spcBef>
                <a:spcPts val="0"/>
              </a:spcBef>
              <a:spcAft>
                <a:spcPts val="0"/>
              </a:spcAft>
              <a:buSzPts val="2400"/>
              <a:buNone/>
              <a:defRPr/>
            </a:lvl3pPr>
            <a:lvl4pPr lvl="3" rtl="0">
              <a:spcBef>
                <a:spcPts val="0"/>
              </a:spcBef>
              <a:spcAft>
                <a:spcPts val="0"/>
              </a:spcAft>
              <a:buSzPts val="2400"/>
              <a:buNone/>
              <a:defRPr/>
            </a:lvl4pPr>
            <a:lvl5pPr lvl="4" rtl="0">
              <a:spcBef>
                <a:spcPts val="0"/>
              </a:spcBef>
              <a:spcAft>
                <a:spcPts val="0"/>
              </a:spcAft>
              <a:buSzPts val="2400"/>
              <a:buNone/>
              <a:defRPr/>
            </a:lvl5pPr>
            <a:lvl6pPr lvl="5" rtl="0">
              <a:spcBef>
                <a:spcPts val="0"/>
              </a:spcBef>
              <a:spcAft>
                <a:spcPts val="0"/>
              </a:spcAft>
              <a:buSzPts val="2400"/>
              <a:buNone/>
              <a:defRPr/>
            </a:lvl6pPr>
            <a:lvl7pPr lvl="6" rtl="0">
              <a:spcBef>
                <a:spcPts val="0"/>
              </a:spcBef>
              <a:spcAft>
                <a:spcPts val="0"/>
              </a:spcAft>
              <a:buSzPts val="2400"/>
              <a:buNone/>
              <a:defRPr/>
            </a:lvl7pPr>
            <a:lvl8pPr lvl="7" rtl="0">
              <a:spcBef>
                <a:spcPts val="0"/>
              </a:spcBef>
              <a:spcAft>
                <a:spcPts val="0"/>
              </a:spcAft>
              <a:buSzPts val="2400"/>
              <a:buNone/>
              <a:defRPr/>
            </a:lvl8pPr>
            <a:lvl9pPr lvl="8" rtl="0">
              <a:spcBef>
                <a:spcPts val="0"/>
              </a:spcBef>
              <a:spcAft>
                <a:spcPts val="0"/>
              </a:spcAft>
              <a:buSzPts val="2400"/>
              <a:buNone/>
              <a:defRPr/>
            </a:lvl9pPr>
          </a:lstStyle>
          <a:p>
            <a:r>
              <a:rPr lang="en-US"/>
              <a:t>Click to edit Master title style</a:t>
            </a:r>
            <a:endParaRPr/>
          </a:p>
        </p:txBody>
      </p:sp>
    </p:spTree>
    <p:extLst>
      <p:ext uri="{BB962C8B-B14F-4D97-AF65-F5344CB8AC3E}">
        <p14:creationId xmlns:p14="http://schemas.microsoft.com/office/powerpoint/2010/main" val="37205087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26.xml"/><Relationship Id="rId1" Type="http://schemas.openxmlformats.org/officeDocument/2006/relationships/slideLayout" Target="../slideLayouts/slideLayout2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950967" y="593367"/>
            <a:ext cx="10290000" cy="7636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3000"/>
              <a:buFont typeface="Space Grotesk"/>
              <a:buNone/>
              <a:defRPr sz="3000">
                <a:solidFill>
                  <a:schemeClr val="dk1"/>
                </a:solidFill>
                <a:latin typeface="Space Grotesk"/>
                <a:ea typeface="Space Grotesk"/>
                <a:cs typeface="Space Grotesk"/>
                <a:sym typeface="Space Grotesk"/>
              </a:defRPr>
            </a:lvl1pPr>
            <a:lvl2pPr lvl="1" rtl="0">
              <a:spcBef>
                <a:spcPts val="0"/>
              </a:spcBef>
              <a:spcAft>
                <a:spcPts val="0"/>
              </a:spcAft>
              <a:buClr>
                <a:schemeClr val="dk1"/>
              </a:buClr>
              <a:buSzPts val="3000"/>
              <a:buFont typeface="Space Grotesk"/>
              <a:buNone/>
              <a:defRPr sz="3000" b="1">
                <a:solidFill>
                  <a:schemeClr val="dk1"/>
                </a:solidFill>
                <a:latin typeface="Space Grotesk"/>
                <a:ea typeface="Space Grotesk"/>
                <a:cs typeface="Space Grotesk"/>
                <a:sym typeface="Space Grotesk"/>
              </a:defRPr>
            </a:lvl2pPr>
            <a:lvl3pPr lvl="2" rtl="0">
              <a:spcBef>
                <a:spcPts val="0"/>
              </a:spcBef>
              <a:spcAft>
                <a:spcPts val="0"/>
              </a:spcAft>
              <a:buClr>
                <a:schemeClr val="dk1"/>
              </a:buClr>
              <a:buSzPts val="3000"/>
              <a:buFont typeface="Space Grotesk"/>
              <a:buNone/>
              <a:defRPr sz="3000" b="1">
                <a:solidFill>
                  <a:schemeClr val="dk1"/>
                </a:solidFill>
                <a:latin typeface="Space Grotesk"/>
                <a:ea typeface="Space Grotesk"/>
                <a:cs typeface="Space Grotesk"/>
                <a:sym typeface="Space Grotesk"/>
              </a:defRPr>
            </a:lvl3pPr>
            <a:lvl4pPr lvl="3" rtl="0">
              <a:spcBef>
                <a:spcPts val="0"/>
              </a:spcBef>
              <a:spcAft>
                <a:spcPts val="0"/>
              </a:spcAft>
              <a:buClr>
                <a:schemeClr val="dk1"/>
              </a:buClr>
              <a:buSzPts val="3000"/>
              <a:buFont typeface="Space Grotesk"/>
              <a:buNone/>
              <a:defRPr sz="3000" b="1">
                <a:solidFill>
                  <a:schemeClr val="dk1"/>
                </a:solidFill>
                <a:latin typeface="Space Grotesk"/>
                <a:ea typeface="Space Grotesk"/>
                <a:cs typeface="Space Grotesk"/>
                <a:sym typeface="Space Grotesk"/>
              </a:defRPr>
            </a:lvl4pPr>
            <a:lvl5pPr lvl="4" rtl="0">
              <a:spcBef>
                <a:spcPts val="0"/>
              </a:spcBef>
              <a:spcAft>
                <a:spcPts val="0"/>
              </a:spcAft>
              <a:buClr>
                <a:schemeClr val="dk1"/>
              </a:buClr>
              <a:buSzPts val="3000"/>
              <a:buFont typeface="Space Grotesk"/>
              <a:buNone/>
              <a:defRPr sz="3000" b="1">
                <a:solidFill>
                  <a:schemeClr val="dk1"/>
                </a:solidFill>
                <a:latin typeface="Space Grotesk"/>
                <a:ea typeface="Space Grotesk"/>
                <a:cs typeface="Space Grotesk"/>
                <a:sym typeface="Space Grotesk"/>
              </a:defRPr>
            </a:lvl5pPr>
            <a:lvl6pPr lvl="5" rtl="0">
              <a:spcBef>
                <a:spcPts val="0"/>
              </a:spcBef>
              <a:spcAft>
                <a:spcPts val="0"/>
              </a:spcAft>
              <a:buClr>
                <a:schemeClr val="dk1"/>
              </a:buClr>
              <a:buSzPts val="3000"/>
              <a:buFont typeface="Space Grotesk"/>
              <a:buNone/>
              <a:defRPr sz="3000" b="1">
                <a:solidFill>
                  <a:schemeClr val="dk1"/>
                </a:solidFill>
                <a:latin typeface="Space Grotesk"/>
                <a:ea typeface="Space Grotesk"/>
                <a:cs typeface="Space Grotesk"/>
                <a:sym typeface="Space Grotesk"/>
              </a:defRPr>
            </a:lvl6pPr>
            <a:lvl7pPr lvl="6" rtl="0">
              <a:spcBef>
                <a:spcPts val="0"/>
              </a:spcBef>
              <a:spcAft>
                <a:spcPts val="0"/>
              </a:spcAft>
              <a:buClr>
                <a:schemeClr val="dk1"/>
              </a:buClr>
              <a:buSzPts val="3000"/>
              <a:buFont typeface="Space Grotesk"/>
              <a:buNone/>
              <a:defRPr sz="3000" b="1">
                <a:solidFill>
                  <a:schemeClr val="dk1"/>
                </a:solidFill>
                <a:latin typeface="Space Grotesk"/>
                <a:ea typeface="Space Grotesk"/>
                <a:cs typeface="Space Grotesk"/>
                <a:sym typeface="Space Grotesk"/>
              </a:defRPr>
            </a:lvl7pPr>
            <a:lvl8pPr lvl="7" rtl="0">
              <a:spcBef>
                <a:spcPts val="0"/>
              </a:spcBef>
              <a:spcAft>
                <a:spcPts val="0"/>
              </a:spcAft>
              <a:buClr>
                <a:schemeClr val="dk1"/>
              </a:buClr>
              <a:buSzPts val="3000"/>
              <a:buFont typeface="Space Grotesk"/>
              <a:buNone/>
              <a:defRPr sz="3000" b="1">
                <a:solidFill>
                  <a:schemeClr val="dk1"/>
                </a:solidFill>
                <a:latin typeface="Space Grotesk"/>
                <a:ea typeface="Space Grotesk"/>
                <a:cs typeface="Space Grotesk"/>
                <a:sym typeface="Space Grotesk"/>
              </a:defRPr>
            </a:lvl8pPr>
            <a:lvl9pPr lvl="8" rtl="0">
              <a:spcBef>
                <a:spcPts val="0"/>
              </a:spcBef>
              <a:spcAft>
                <a:spcPts val="0"/>
              </a:spcAft>
              <a:buClr>
                <a:schemeClr val="dk1"/>
              </a:buClr>
              <a:buSzPts val="3000"/>
              <a:buFont typeface="Space Grotesk"/>
              <a:buNone/>
              <a:defRPr sz="3000" b="1">
                <a:solidFill>
                  <a:schemeClr val="dk1"/>
                </a:solidFill>
                <a:latin typeface="Space Grotesk"/>
                <a:ea typeface="Space Grotesk"/>
                <a:cs typeface="Space Grotesk"/>
                <a:sym typeface="Space Grotesk"/>
              </a:defRPr>
            </a:lvl9pPr>
          </a:lstStyle>
          <a:p>
            <a:endParaRPr/>
          </a:p>
        </p:txBody>
      </p:sp>
      <p:sp>
        <p:nvSpPr>
          <p:cNvPr id="7" name="Google Shape;7;p1"/>
          <p:cNvSpPr txBox="1">
            <a:spLocks noGrp="1"/>
          </p:cNvSpPr>
          <p:nvPr>
            <p:ph type="body" idx="1"/>
          </p:nvPr>
        </p:nvSpPr>
        <p:spPr>
          <a:xfrm>
            <a:off x="950967" y="1536633"/>
            <a:ext cx="10290000" cy="4555200"/>
          </a:xfrm>
          <a:prstGeom prst="rect">
            <a:avLst/>
          </a:prstGeom>
          <a:noFill/>
          <a:ln>
            <a:noFill/>
          </a:ln>
        </p:spPr>
        <p:txBody>
          <a:bodyPr spcFirstLastPara="1" wrap="square" lIns="91425" tIns="91425" rIns="91425" bIns="91425" anchor="t" anchorCtr="0">
            <a:noAutofit/>
          </a:bodyPr>
          <a:lstStyle>
            <a:lvl1pPr marL="457200" lvl="0" indent="-304800">
              <a:lnSpc>
                <a:spcPct val="100000"/>
              </a:lnSpc>
              <a:spcBef>
                <a:spcPts val="0"/>
              </a:spcBef>
              <a:spcAft>
                <a:spcPts val="0"/>
              </a:spcAft>
              <a:buClr>
                <a:schemeClr val="dk1"/>
              </a:buClr>
              <a:buSzPts val="1200"/>
              <a:buFont typeface="Cairo"/>
              <a:buChar char="●"/>
              <a:defRPr sz="1200">
                <a:solidFill>
                  <a:schemeClr val="dk1"/>
                </a:solidFill>
                <a:latin typeface="Cairo"/>
                <a:ea typeface="Cairo"/>
                <a:cs typeface="Cairo"/>
                <a:sym typeface="Cairo"/>
              </a:defRPr>
            </a:lvl1pPr>
            <a:lvl2pPr marL="914400" lvl="1" indent="-304800">
              <a:lnSpc>
                <a:spcPct val="100000"/>
              </a:lnSpc>
              <a:spcBef>
                <a:spcPts val="0"/>
              </a:spcBef>
              <a:spcAft>
                <a:spcPts val="0"/>
              </a:spcAft>
              <a:buClr>
                <a:schemeClr val="dk1"/>
              </a:buClr>
              <a:buSzPts val="1200"/>
              <a:buFont typeface="Cairo"/>
              <a:buChar char="○"/>
              <a:defRPr sz="1200">
                <a:solidFill>
                  <a:schemeClr val="dk1"/>
                </a:solidFill>
                <a:latin typeface="Cairo"/>
                <a:ea typeface="Cairo"/>
                <a:cs typeface="Cairo"/>
                <a:sym typeface="Cairo"/>
              </a:defRPr>
            </a:lvl2pPr>
            <a:lvl3pPr marL="1371600" lvl="2" indent="-304800">
              <a:lnSpc>
                <a:spcPct val="100000"/>
              </a:lnSpc>
              <a:spcBef>
                <a:spcPts val="0"/>
              </a:spcBef>
              <a:spcAft>
                <a:spcPts val="0"/>
              </a:spcAft>
              <a:buClr>
                <a:schemeClr val="dk1"/>
              </a:buClr>
              <a:buSzPts val="1200"/>
              <a:buFont typeface="Cairo"/>
              <a:buChar char="■"/>
              <a:defRPr sz="1200">
                <a:solidFill>
                  <a:schemeClr val="dk1"/>
                </a:solidFill>
                <a:latin typeface="Cairo"/>
                <a:ea typeface="Cairo"/>
                <a:cs typeface="Cairo"/>
                <a:sym typeface="Cairo"/>
              </a:defRPr>
            </a:lvl3pPr>
            <a:lvl4pPr marL="1828800" lvl="3" indent="-304800">
              <a:lnSpc>
                <a:spcPct val="100000"/>
              </a:lnSpc>
              <a:spcBef>
                <a:spcPts val="0"/>
              </a:spcBef>
              <a:spcAft>
                <a:spcPts val="0"/>
              </a:spcAft>
              <a:buClr>
                <a:schemeClr val="dk1"/>
              </a:buClr>
              <a:buSzPts val="1200"/>
              <a:buFont typeface="Cairo"/>
              <a:buChar char="●"/>
              <a:defRPr sz="1200">
                <a:solidFill>
                  <a:schemeClr val="dk1"/>
                </a:solidFill>
                <a:latin typeface="Cairo"/>
                <a:ea typeface="Cairo"/>
                <a:cs typeface="Cairo"/>
                <a:sym typeface="Cairo"/>
              </a:defRPr>
            </a:lvl4pPr>
            <a:lvl5pPr marL="2286000" lvl="4" indent="-304800">
              <a:lnSpc>
                <a:spcPct val="100000"/>
              </a:lnSpc>
              <a:spcBef>
                <a:spcPts val="0"/>
              </a:spcBef>
              <a:spcAft>
                <a:spcPts val="0"/>
              </a:spcAft>
              <a:buClr>
                <a:schemeClr val="dk1"/>
              </a:buClr>
              <a:buSzPts val="1200"/>
              <a:buFont typeface="Cairo"/>
              <a:buChar char="○"/>
              <a:defRPr sz="1200">
                <a:solidFill>
                  <a:schemeClr val="dk1"/>
                </a:solidFill>
                <a:latin typeface="Cairo"/>
                <a:ea typeface="Cairo"/>
                <a:cs typeface="Cairo"/>
                <a:sym typeface="Cairo"/>
              </a:defRPr>
            </a:lvl5pPr>
            <a:lvl6pPr marL="2743200" lvl="5" indent="-304800">
              <a:lnSpc>
                <a:spcPct val="100000"/>
              </a:lnSpc>
              <a:spcBef>
                <a:spcPts val="0"/>
              </a:spcBef>
              <a:spcAft>
                <a:spcPts val="0"/>
              </a:spcAft>
              <a:buClr>
                <a:schemeClr val="dk1"/>
              </a:buClr>
              <a:buSzPts val="1200"/>
              <a:buFont typeface="Cairo"/>
              <a:buChar char="■"/>
              <a:defRPr sz="1200">
                <a:solidFill>
                  <a:schemeClr val="dk1"/>
                </a:solidFill>
                <a:latin typeface="Cairo"/>
                <a:ea typeface="Cairo"/>
                <a:cs typeface="Cairo"/>
                <a:sym typeface="Cairo"/>
              </a:defRPr>
            </a:lvl6pPr>
            <a:lvl7pPr marL="3200400" lvl="6" indent="-304800">
              <a:lnSpc>
                <a:spcPct val="100000"/>
              </a:lnSpc>
              <a:spcBef>
                <a:spcPts val="0"/>
              </a:spcBef>
              <a:spcAft>
                <a:spcPts val="0"/>
              </a:spcAft>
              <a:buClr>
                <a:schemeClr val="dk1"/>
              </a:buClr>
              <a:buSzPts val="1200"/>
              <a:buFont typeface="Cairo"/>
              <a:buChar char="●"/>
              <a:defRPr sz="1200">
                <a:solidFill>
                  <a:schemeClr val="dk1"/>
                </a:solidFill>
                <a:latin typeface="Cairo"/>
                <a:ea typeface="Cairo"/>
                <a:cs typeface="Cairo"/>
                <a:sym typeface="Cairo"/>
              </a:defRPr>
            </a:lvl7pPr>
            <a:lvl8pPr marL="3657600" lvl="7" indent="-304800">
              <a:lnSpc>
                <a:spcPct val="100000"/>
              </a:lnSpc>
              <a:spcBef>
                <a:spcPts val="0"/>
              </a:spcBef>
              <a:spcAft>
                <a:spcPts val="0"/>
              </a:spcAft>
              <a:buClr>
                <a:schemeClr val="dk1"/>
              </a:buClr>
              <a:buSzPts val="1200"/>
              <a:buFont typeface="Cairo"/>
              <a:buChar char="○"/>
              <a:defRPr sz="1200">
                <a:solidFill>
                  <a:schemeClr val="dk1"/>
                </a:solidFill>
                <a:latin typeface="Cairo"/>
                <a:ea typeface="Cairo"/>
                <a:cs typeface="Cairo"/>
                <a:sym typeface="Cairo"/>
              </a:defRPr>
            </a:lvl8pPr>
            <a:lvl9pPr marL="4114800" lvl="8" indent="-304800">
              <a:lnSpc>
                <a:spcPct val="100000"/>
              </a:lnSpc>
              <a:spcBef>
                <a:spcPts val="0"/>
              </a:spcBef>
              <a:spcAft>
                <a:spcPts val="0"/>
              </a:spcAft>
              <a:buClr>
                <a:schemeClr val="dk1"/>
              </a:buClr>
              <a:buSzPts val="1200"/>
              <a:buFont typeface="Cairo"/>
              <a:buChar char="■"/>
              <a:defRPr sz="1200">
                <a:solidFill>
                  <a:schemeClr val="dk1"/>
                </a:solidFill>
                <a:latin typeface="Cairo"/>
                <a:ea typeface="Cairo"/>
                <a:cs typeface="Cairo"/>
                <a:sym typeface="Cairo"/>
              </a:defRPr>
            </a:lvl9pPr>
          </a:lstStyle>
          <a:p>
            <a:endParaRPr/>
          </a:p>
        </p:txBody>
      </p:sp>
    </p:spTree>
    <p:extLst>
      <p:ext uri="{BB962C8B-B14F-4D97-AF65-F5344CB8AC3E}">
        <p14:creationId xmlns:p14="http://schemas.microsoft.com/office/powerpoint/2010/main" val="1340879058"/>
      </p:ext>
    </p:extLst>
  </p:cSld>
  <p:clrMap bg1="lt1" tx1="dk1" bg2="dk2" tx2="lt2" accent1="accent1" accent2="accent2" accent3="accent3" accent4="accent4" accent5="accent5" accent6="accent6" hlink="hlink" folHlink="folHlink"/>
  <p:sldLayoutIdLst>
    <p:sldLayoutId id="2147483755" r:id="rId1"/>
    <p:sldLayoutId id="2147483756" r:id="rId2"/>
    <p:sldLayoutId id="2147483757" r:id="rId3"/>
    <p:sldLayoutId id="2147483758" r:id="rId4"/>
    <p:sldLayoutId id="2147483759" r:id="rId5"/>
    <p:sldLayoutId id="2147483760" r:id="rId6"/>
    <p:sldLayoutId id="2147483761" r:id="rId7"/>
    <p:sldLayoutId id="2147483762" r:id="rId8"/>
    <p:sldLayoutId id="2147483763" r:id="rId9"/>
    <p:sldLayoutId id="2147483764" r:id="rId10"/>
    <p:sldLayoutId id="2147483765" r:id="rId11"/>
    <p:sldLayoutId id="2147483766" r:id="rId12"/>
    <p:sldLayoutId id="2147483767" r:id="rId13"/>
    <p:sldLayoutId id="2147483768" r:id="rId14"/>
    <p:sldLayoutId id="2147483769" r:id="rId15"/>
    <p:sldLayoutId id="2147483770" r:id="rId16"/>
    <p:sldLayoutId id="2147483771" r:id="rId17"/>
    <p:sldLayoutId id="2147483772" r:id="rId18"/>
    <p:sldLayoutId id="2147483773" r:id="rId19"/>
    <p:sldLayoutId id="2147483774" r:id="rId20"/>
    <p:sldLayoutId id="2147483775" r:id="rId21"/>
    <p:sldLayoutId id="2147483776" r:id="rId22"/>
    <p:sldLayoutId id="2147483777" r:id="rId23"/>
    <p:sldLayoutId id="2147483778" r:id="rId24"/>
  </p:sldLayoutIdLst>
  <p:txStyles>
    <p:title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rgbClr val="0E2A47"/>
        </a:solidFill>
        <a:effectLst/>
      </p:bgPr>
    </p:bg>
    <p:spTree>
      <p:nvGrpSpPr>
        <p:cNvPr id="1" name="Shape 239"/>
        <p:cNvGrpSpPr/>
        <p:nvPr/>
      </p:nvGrpSpPr>
      <p:grpSpPr>
        <a:xfrm>
          <a:off x="0" y="0"/>
          <a:ext cx="0" cy="0"/>
          <a:chOff x="0" y="0"/>
          <a:chExt cx="0" cy="0"/>
        </a:xfrm>
      </p:grpSpPr>
      <p:sp>
        <p:nvSpPr>
          <p:cNvPr id="240" name="Google Shape;240;p26"/>
          <p:cNvSpPr txBox="1">
            <a:spLocks noGrp="1"/>
          </p:cNvSpPr>
          <p:nvPr>
            <p:ph type="title"/>
          </p:nvPr>
        </p:nvSpPr>
        <p:spPr>
          <a:xfrm>
            <a:off x="1424133" y="1244600"/>
            <a:ext cx="9396400" cy="6432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Clr>
                <a:srgbClr val="FFFFFF"/>
              </a:buClr>
              <a:buSzPts val="2400"/>
              <a:buNone/>
              <a:defRPr sz="2400">
                <a:solidFill>
                  <a:srgbClr val="FFFFFF"/>
                </a:solidFill>
              </a:defRPr>
            </a:lvl1pPr>
            <a:lvl2pPr lvl="1" algn="ctr" rtl="0">
              <a:spcBef>
                <a:spcPts val="0"/>
              </a:spcBef>
              <a:spcAft>
                <a:spcPts val="0"/>
              </a:spcAft>
              <a:buClr>
                <a:srgbClr val="FFFFFF"/>
              </a:buClr>
              <a:buSzPts val="2400"/>
              <a:buNone/>
              <a:defRPr sz="2400">
                <a:solidFill>
                  <a:srgbClr val="FFFFFF"/>
                </a:solidFill>
              </a:defRPr>
            </a:lvl2pPr>
            <a:lvl3pPr lvl="2" algn="ctr" rtl="0">
              <a:spcBef>
                <a:spcPts val="0"/>
              </a:spcBef>
              <a:spcAft>
                <a:spcPts val="0"/>
              </a:spcAft>
              <a:buClr>
                <a:srgbClr val="FFFFFF"/>
              </a:buClr>
              <a:buSzPts val="2400"/>
              <a:buNone/>
              <a:defRPr sz="2400">
                <a:solidFill>
                  <a:srgbClr val="FFFFFF"/>
                </a:solidFill>
              </a:defRPr>
            </a:lvl3pPr>
            <a:lvl4pPr lvl="3" algn="ctr" rtl="0">
              <a:spcBef>
                <a:spcPts val="0"/>
              </a:spcBef>
              <a:spcAft>
                <a:spcPts val="0"/>
              </a:spcAft>
              <a:buClr>
                <a:srgbClr val="FFFFFF"/>
              </a:buClr>
              <a:buSzPts val="2400"/>
              <a:buNone/>
              <a:defRPr sz="2400">
                <a:solidFill>
                  <a:srgbClr val="FFFFFF"/>
                </a:solidFill>
              </a:defRPr>
            </a:lvl4pPr>
            <a:lvl5pPr lvl="4" algn="ctr" rtl="0">
              <a:spcBef>
                <a:spcPts val="0"/>
              </a:spcBef>
              <a:spcAft>
                <a:spcPts val="0"/>
              </a:spcAft>
              <a:buClr>
                <a:srgbClr val="FFFFFF"/>
              </a:buClr>
              <a:buSzPts val="2400"/>
              <a:buNone/>
              <a:defRPr sz="2400">
                <a:solidFill>
                  <a:srgbClr val="FFFFFF"/>
                </a:solidFill>
              </a:defRPr>
            </a:lvl5pPr>
            <a:lvl6pPr lvl="5" algn="ctr" rtl="0">
              <a:spcBef>
                <a:spcPts val="0"/>
              </a:spcBef>
              <a:spcAft>
                <a:spcPts val="0"/>
              </a:spcAft>
              <a:buClr>
                <a:srgbClr val="FFFFFF"/>
              </a:buClr>
              <a:buSzPts val="2400"/>
              <a:buNone/>
              <a:defRPr sz="2400">
                <a:solidFill>
                  <a:srgbClr val="FFFFFF"/>
                </a:solidFill>
              </a:defRPr>
            </a:lvl6pPr>
            <a:lvl7pPr lvl="6" algn="ctr" rtl="0">
              <a:spcBef>
                <a:spcPts val="0"/>
              </a:spcBef>
              <a:spcAft>
                <a:spcPts val="0"/>
              </a:spcAft>
              <a:buClr>
                <a:srgbClr val="FFFFFF"/>
              </a:buClr>
              <a:buSzPts val="2400"/>
              <a:buNone/>
              <a:defRPr sz="2400">
                <a:solidFill>
                  <a:srgbClr val="FFFFFF"/>
                </a:solidFill>
              </a:defRPr>
            </a:lvl7pPr>
            <a:lvl8pPr lvl="7" algn="ctr" rtl="0">
              <a:spcBef>
                <a:spcPts val="0"/>
              </a:spcBef>
              <a:spcAft>
                <a:spcPts val="0"/>
              </a:spcAft>
              <a:buClr>
                <a:srgbClr val="FFFFFF"/>
              </a:buClr>
              <a:buSzPts val="2400"/>
              <a:buNone/>
              <a:defRPr sz="2400">
                <a:solidFill>
                  <a:srgbClr val="FFFFFF"/>
                </a:solidFill>
              </a:defRPr>
            </a:lvl8pPr>
            <a:lvl9pPr lvl="8" algn="ctr" rtl="0">
              <a:spcBef>
                <a:spcPts val="0"/>
              </a:spcBef>
              <a:spcAft>
                <a:spcPts val="0"/>
              </a:spcAft>
              <a:buClr>
                <a:srgbClr val="FFFFFF"/>
              </a:buClr>
              <a:buSzPts val="2400"/>
              <a:buNone/>
              <a:defRPr sz="2400">
                <a:solidFill>
                  <a:srgbClr val="FFFFFF"/>
                </a:solidFill>
              </a:defRPr>
            </a:lvl9pPr>
          </a:lstStyle>
          <a:p>
            <a:endParaRPr/>
          </a:p>
        </p:txBody>
      </p:sp>
      <p:sp>
        <p:nvSpPr>
          <p:cNvPr id="241" name="Google Shape;241;p26"/>
          <p:cNvSpPr txBox="1">
            <a:spLocks noGrp="1"/>
          </p:cNvSpPr>
          <p:nvPr>
            <p:ph type="body" idx="1"/>
          </p:nvPr>
        </p:nvSpPr>
        <p:spPr>
          <a:xfrm>
            <a:off x="1424133" y="2260600"/>
            <a:ext cx="9396400" cy="3336000"/>
          </a:xfrm>
          <a:prstGeom prst="rect">
            <a:avLst/>
          </a:prstGeom>
          <a:noFill/>
          <a:ln>
            <a:noFill/>
          </a:ln>
        </p:spPr>
        <p:txBody>
          <a:bodyPr spcFirstLastPara="1" wrap="square" lIns="91425" tIns="91425" rIns="91425" bIns="91425" anchor="t" anchorCtr="0">
            <a:noAutofit/>
          </a:bodyPr>
          <a:lstStyle>
            <a:lvl1pPr marL="457200" lvl="0"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1pPr>
            <a:lvl2pPr marL="914400" lvl="1"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2pPr>
            <a:lvl3pPr marL="1371600" lvl="2"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3pPr>
            <a:lvl4pPr marL="1828800" lvl="3"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4pPr>
            <a:lvl5pPr marL="2286000" lvl="4"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5pPr>
            <a:lvl6pPr marL="2743200" lvl="5"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6pPr>
            <a:lvl7pPr marL="3200400" lvl="6"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7pPr>
            <a:lvl8pPr marL="3657600" lvl="7"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8pPr>
            <a:lvl9pPr marL="4114800" lvl="8"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9pPr>
          </a:lstStyle>
          <a:p>
            <a:endParaRPr/>
          </a:p>
        </p:txBody>
      </p:sp>
    </p:spTree>
    <p:extLst>
      <p:ext uri="{BB962C8B-B14F-4D97-AF65-F5344CB8AC3E}">
        <p14:creationId xmlns:p14="http://schemas.microsoft.com/office/powerpoint/2010/main" val="3277538641"/>
      </p:ext>
    </p:extLst>
  </p:cSld>
  <p:clrMap bg1="lt1" tx1="dk1" bg2="dk2" tx2="lt2" accent1="accent1" accent2="accent2" accent3="accent3" accent4="accent4" accent5="accent5" accent6="accent6" hlink="hlink" folHlink="folHlink"/>
  <p:sldLayoutIdLst>
    <p:sldLayoutId id="2147483780" r:id="rId1"/>
    <p:sldLayoutId id="2147483781" r:id="rId2"/>
  </p:sldLayoutIdLst>
  <p:hf hdr="0" ftr="0" dt="0"/>
  <p:txStyles>
    <p:title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2053BF-D28B-E061-484F-184672B859C9}"/>
              </a:ext>
            </a:extLst>
          </p:cNvPr>
          <p:cNvSpPr>
            <a:spLocks noGrp="1"/>
          </p:cNvSpPr>
          <p:nvPr>
            <p:ph type="ctrTitle"/>
          </p:nvPr>
        </p:nvSpPr>
        <p:spPr/>
        <p:txBody>
          <a:bodyPr/>
          <a:lstStyle/>
          <a:p>
            <a:r>
              <a:rPr lang="en-GB" dirty="0"/>
              <a:t>Quantum Circuit Simulation</a:t>
            </a:r>
          </a:p>
        </p:txBody>
      </p:sp>
      <p:sp>
        <p:nvSpPr>
          <p:cNvPr id="3" name="Subtitle 2">
            <a:extLst>
              <a:ext uri="{FF2B5EF4-FFF2-40B4-BE49-F238E27FC236}">
                <a16:creationId xmlns:a16="http://schemas.microsoft.com/office/drawing/2014/main" id="{4818A296-EA5E-0046-DA02-79932DF3D307}"/>
              </a:ext>
            </a:extLst>
          </p:cNvPr>
          <p:cNvSpPr>
            <a:spLocks noGrp="1"/>
          </p:cNvSpPr>
          <p:nvPr>
            <p:ph type="subTitle" idx="1"/>
          </p:nvPr>
        </p:nvSpPr>
        <p:spPr/>
        <p:txBody>
          <a:bodyPr/>
          <a:lstStyle/>
          <a:p>
            <a:r>
              <a:rPr lang="en-GB" dirty="0"/>
              <a:t>An intractable challenge</a:t>
            </a:r>
          </a:p>
        </p:txBody>
      </p:sp>
    </p:spTree>
    <p:extLst>
      <p:ext uri="{BB962C8B-B14F-4D97-AF65-F5344CB8AC3E}">
        <p14:creationId xmlns:p14="http://schemas.microsoft.com/office/powerpoint/2010/main" val="168687624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13289E-0154-85EB-B857-A7DB77457A51}"/>
              </a:ext>
            </a:extLst>
          </p:cNvPr>
          <p:cNvSpPr>
            <a:spLocks noGrp="1"/>
          </p:cNvSpPr>
          <p:nvPr>
            <p:ph type="title"/>
          </p:nvPr>
        </p:nvSpPr>
        <p:spPr>
          <a:xfrm>
            <a:off x="1358388" y="1473562"/>
            <a:ext cx="7649810" cy="3659754"/>
          </a:xfrm>
        </p:spPr>
        <p:txBody>
          <a:bodyPr/>
          <a:lstStyle/>
          <a:p>
            <a:r>
              <a:rPr lang="en-GB" sz="3200" dirty="0"/>
              <a:t>What is a quantum circuit?</a:t>
            </a:r>
            <a:br>
              <a:rPr lang="en-GB" sz="3200" dirty="0"/>
            </a:br>
            <a:r>
              <a:rPr lang="en-GB" sz="1200" dirty="0"/>
              <a:t>To fully understand what a quantum circuit is, first you need to understand what a quantum computer is. Unlike a classical computer, which operates on electrical signals representing bits, a quantum computer operates on qubits. These qubits are often singular atoms, so small they can be exploited to take advantage of their quantum mechanical nature to produce unintuitive effects. For example, a qubit rather than being either 1 or 0, can be 1 and 0 at the same time and that is only one example. Quantum computers can utilise such effects to solve certain classes of problems within low complexity bounds, perhaps the most famous example being Shor’s algorithm which is capable of prime factorization in polynomial time, instead of sub-exponential time.</a:t>
            </a:r>
            <a:br>
              <a:rPr lang="en-GB" sz="3200" dirty="0"/>
            </a:br>
            <a:r>
              <a:rPr lang="en-GB" sz="3200" dirty="0"/>
              <a:t>Why would we want to simulate it?</a:t>
            </a:r>
            <a:br>
              <a:rPr lang="en-GB" sz="4400" dirty="0"/>
            </a:br>
            <a:r>
              <a:rPr lang="en-GB" sz="1200" dirty="0"/>
              <a:t>Quantum computing is still an emerging technology, with the current era being classed as the Noisy Intermediate Scale Quantum era. Qubits are infamously unstable and can be corrupted by a single stray photon, as of now even the most advanced computers are not fault tolerant when running larger algorithms and accumulate errors faster than they can be corrected. Additionally, the hardware itself is scarce and expensive to build, run and maintain. It is these limitations that make iterative development near-impossible on quantum computers and elevate classical simulation an essential tool for developing quantum software.</a:t>
            </a:r>
            <a:endParaRPr lang="en-GB" sz="4400" dirty="0"/>
          </a:p>
        </p:txBody>
      </p:sp>
      <p:sp>
        <p:nvSpPr>
          <p:cNvPr id="3" name="Title 2">
            <a:extLst>
              <a:ext uri="{FF2B5EF4-FFF2-40B4-BE49-F238E27FC236}">
                <a16:creationId xmlns:a16="http://schemas.microsoft.com/office/drawing/2014/main" id="{FFA1179E-B827-F6A0-6175-92020F144D8D}"/>
              </a:ext>
            </a:extLst>
          </p:cNvPr>
          <p:cNvSpPr>
            <a:spLocks noGrp="1"/>
          </p:cNvSpPr>
          <p:nvPr>
            <p:ph type="title" idx="2"/>
          </p:nvPr>
        </p:nvSpPr>
        <p:spPr>
          <a:xfrm>
            <a:off x="815177" y="425511"/>
            <a:ext cx="6943643" cy="733333"/>
          </a:xfrm>
        </p:spPr>
        <p:txBody>
          <a:bodyPr/>
          <a:lstStyle/>
          <a:p>
            <a:r>
              <a:rPr lang="en-GB" sz="4800" dirty="0"/>
              <a:t>Context &amp; Motivation</a:t>
            </a:r>
          </a:p>
        </p:txBody>
      </p:sp>
    </p:spTree>
    <p:extLst>
      <p:ext uri="{BB962C8B-B14F-4D97-AF65-F5344CB8AC3E}">
        <p14:creationId xmlns:p14="http://schemas.microsoft.com/office/powerpoint/2010/main" val="42034596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9D6822-6A95-3E50-4A02-B3D644EB943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9A051EF-5A7D-52C5-CBAF-5EEA99F73D45}"/>
              </a:ext>
            </a:extLst>
          </p:cNvPr>
          <p:cNvSpPr>
            <a:spLocks noGrp="1"/>
          </p:cNvSpPr>
          <p:nvPr>
            <p:ph type="title"/>
          </p:nvPr>
        </p:nvSpPr>
        <p:spPr>
          <a:xfrm>
            <a:off x="1358388" y="1473562"/>
            <a:ext cx="7649810" cy="3659754"/>
          </a:xfrm>
        </p:spPr>
        <p:txBody>
          <a:bodyPr/>
          <a:lstStyle/>
          <a:p>
            <a:r>
              <a:rPr lang="en-GB" sz="3200" dirty="0"/>
              <a:t>What is a quantum circuit?</a:t>
            </a:r>
            <a:br>
              <a:rPr lang="en-GB" sz="3200" dirty="0"/>
            </a:br>
            <a:endParaRPr lang="en-GB" sz="4400" dirty="0"/>
          </a:p>
        </p:txBody>
      </p:sp>
      <p:sp>
        <p:nvSpPr>
          <p:cNvPr id="3" name="Title 2">
            <a:extLst>
              <a:ext uri="{FF2B5EF4-FFF2-40B4-BE49-F238E27FC236}">
                <a16:creationId xmlns:a16="http://schemas.microsoft.com/office/drawing/2014/main" id="{EB5FDED5-3933-06F3-5FED-0D47B4E24DCA}"/>
              </a:ext>
            </a:extLst>
          </p:cNvPr>
          <p:cNvSpPr>
            <a:spLocks noGrp="1"/>
          </p:cNvSpPr>
          <p:nvPr>
            <p:ph type="title" idx="2"/>
          </p:nvPr>
        </p:nvSpPr>
        <p:spPr>
          <a:xfrm>
            <a:off x="815177" y="425511"/>
            <a:ext cx="6943643" cy="733333"/>
          </a:xfrm>
        </p:spPr>
        <p:txBody>
          <a:bodyPr/>
          <a:lstStyle/>
          <a:p>
            <a:r>
              <a:rPr lang="en-GB" sz="4800" dirty="0"/>
              <a:t>The Problem</a:t>
            </a:r>
          </a:p>
        </p:txBody>
      </p:sp>
    </p:spTree>
    <p:extLst>
      <p:ext uri="{BB962C8B-B14F-4D97-AF65-F5344CB8AC3E}">
        <p14:creationId xmlns:p14="http://schemas.microsoft.com/office/powerpoint/2010/main" val="2638659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9BA635-1F91-8ACC-7425-9C1B93E14B3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AE253D5-9691-3765-76F7-EB694E926E1A}"/>
              </a:ext>
            </a:extLst>
          </p:cNvPr>
          <p:cNvSpPr>
            <a:spLocks noGrp="1"/>
          </p:cNvSpPr>
          <p:nvPr>
            <p:ph type="title"/>
          </p:nvPr>
        </p:nvSpPr>
        <p:spPr>
          <a:xfrm>
            <a:off x="1358388" y="1473562"/>
            <a:ext cx="7649810" cy="2446587"/>
          </a:xfrm>
        </p:spPr>
        <p:txBody>
          <a:bodyPr/>
          <a:lstStyle/>
          <a:p>
            <a:r>
              <a:rPr lang="en-GB" sz="4400" dirty="0"/>
              <a:t>Text</a:t>
            </a:r>
            <a:br>
              <a:rPr lang="en-GB" sz="4400" dirty="0"/>
            </a:br>
            <a:endParaRPr lang="en-GB" sz="4400" dirty="0"/>
          </a:p>
        </p:txBody>
      </p:sp>
      <p:sp>
        <p:nvSpPr>
          <p:cNvPr id="3" name="Title 2">
            <a:extLst>
              <a:ext uri="{FF2B5EF4-FFF2-40B4-BE49-F238E27FC236}">
                <a16:creationId xmlns:a16="http://schemas.microsoft.com/office/drawing/2014/main" id="{6FFFB0E4-1762-F1BA-E206-330A49962189}"/>
              </a:ext>
            </a:extLst>
          </p:cNvPr>
          <p:cNvSpPr>
            <a:spLocks noGrp="1"/>
          </p:cNvSpPr>
          <p:nvPr>
            <p:ph type="title" idx="2"/>
          </p:nvPr>
        </p:nvSpPr>
        <p:spPr>
          <a:xfrm>
            <a:off x="815177" y="425511"/>
            <a:ext cx="5196323" cy="911649"/>
          </a:xfrm>
        </p:spPr>
        <p:txBody>
          <a:bodyPr/>
          <a:lstStyle/>
          <a:p>
            <a:r>
              <a:rPr lang="en-GB" sz="5400" dirty="0"/>
              <a:t>Background</a:t>
            </a:r>
          </a:p>
        </p:txBody>
      </p:sp>
    </p:spTree>
    <p:extLst>
      <p:ext uri="{BB962C8B-B14F-4D97-AF65-F5344CB8AC3E}">
        <p14:creationId xmlns:p14="http://schemas.microsoft.com/office/powerpoint/2010/main" val="297767012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F8A49E-EA1E-0846-FD79-8C673BCB929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71D7F7D-14E5-13B0-A235-5BF92C302BDE}"/>
              </a:ext>
            </a:extLst>
          </p:cNvPr>
          <p:cNvSpPr>
            <a:spLocks noGrp="1"/>
          </p:cNvSpPr>
          <p:nvPr>
            <p:ph type="title"/>
          </p:nvPr>
        </p:nvSpPr>
        <p:spPr>
          <a:xfrm>
            <a:off x="1358388" y="1473562"/>
            <a:ext cx="7649810" cy="3659754"/>
          </a:xfrm>
        </p:spPr>
        <p:txBody>
          <a:bodyPr/>
          <a:lstStyle/>
          <a:p>
            <a:r>
              <a:rPr lang="en-GB" sz="3200" dirty="0"/>
              <a:t>Stabilizer Tableaus</a:t>
            </a:r>
            <a:br>
              <a:rPr lang="en-GB" sz="3200" dirty="0"/>
            </a:br>
            <a:r>
              <a:rPr lang="en-GB" sz="1200" dirty="0"/>
              <a:t>To fully understand what a quantum circuit is, first you need to understand what a quantum computer is. Unlike a classical computer, which operates on electrical signals representing bits, a quantum computer operates on qubits. These qubits are often singular atoms, so small they can be exploited to take advantage of their quantum mechanical nature to produce unintuitive effects. For example, a qubit rather than being either 1 or 0, can be 1 and 0 at the same time and that is only one example. Quantum computers can utilise such effects to solve certain classes of problems within low complexity bounds, perhaps the most famous example being Shor’s algorithm which is capable of prime factorization in polynomial time, instead of sub-exponential time.</a:t>
            </a:r>
            <a:br>
              <a:rPr lang="en-GB" sz="3200" dirty="0"/>
            </a:br>
            <a:r>
              <a:rPr lang="en-GB" sz="3200" dirty="0"/>
              <a:t>Rank Analysis</a:t>
            </a:r>
            <a:br>
              <a:rPr lang="en-GB" sz="4400" dirty="0"/>
            </a:br>
            <a:r>
              <a:rPr lang="en-GB" sz="1200" dirty="0"/>
              <a:t>Quantum computing is still an emerging technology, with the current era being classed as the Noisy Intermediate Scale Quantum era. Qubits are infamously unstable and can be corrupted by a single stray photon, as of now even the most advanced computers are not fault tolerant when running larger algorithms and accumulate errors faster than they can be corrected. Additionally, the hardware itself is scarce and expensive to build, run and maintain. It is these limitations that make iterative development near-impossible on quantum computers and elevate classical simulation an essential tool for developing quantum software.</a:t>
            </a:r>
            <a:endParaRPr lang="en-GB" sz="4400" dirty="0"/>
          </a:p>
        </p:txBody>
      </p:sp>
      <p:sp>
        <p:nvSpPr>
          <p:cNvPr id="3" name="Title 2">
            <a:extLst>
              <a:ext uri="{FF2B5EF4-FFF2-40B4-BE49-F238E27FC236}">
                <a16:creationId xmlns:a16="http://schemas.microsoft.com/office/drawing/2014/main" id="{8E95AFF5-1A3F-365B-CF00-72806671D00C}"/>
              </a:ext>
            </a:extLst>
          </p:cNvPr>
          <p:cNvSpPr>
            <a:spLocks noGrp="1"/>
          </p:cNvSpPr>
          <p:nvPr>
            <p:ph type="title" idx="2"/>
          </p:nvPr>
        </p:nvSpPr>
        <p:spPr>
          <a:xfrm>
            <a:off x="815177" y="425511"/>
            <a:ext cx="6943643" cy="733333"/>
          </a:xfrm>
        </p:spPr>
        <p:txBody>
          <a:bodyPr/>
          <a:lstStyle/>
          <a:p>
            <a:r>
              <a:rPr lang="en-GB" sz="4800" dirty="0"/>
              <a:t>Background 2</a:t>
            </a:r>
          </a:p>
        </p:txBody>
      </p:sp>
    </p:spTree>
    <p:extLst>
      <p:ext uri="{BB962C8B-B14F-4D97-AF65-F5344CB8AC3E}">
        <p14:creationId xmlns:p14="http://schemas.microsoft.com/office/powerpoint/2010/main" val="26780801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DCB4B4-9973-7B86-BD53-BD2136FA0C3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7290402-5EB2-88D6-3CC4-15892B390E6F}"/>
              </a:ext>
            </a:extLst>
          </p:cNvPr>
          <p:cNvSpPr>
            <a:spLocks noGrp="1"/>
          </p:cNvSpPr>
          <p:nvPr>
            <p:ph type="title"/>
          </p:nvPr>
        </p:nvSpPr>
        <p:spPr>
          <a:xfrm>
            <a:off x="1358388" y="1473562"/>
            <a:ext cx="7649810" cy="2446587"/>
          </a:xfrm>
        </p:spPr>
        <p:txBody>
          <a:bodyPr/>
          <a:lstStyle/>
          <a:p>
            <a:r>
              <a:rPr lang="en-GB" sz="4400" dirty="0"/>
              <a:t>Text</a:t>
            </a:r>
            <a:br>
              <a:rPr lang="en-GB" sz="4400" dirty="0"/>
            </a:br>
            <a:endParaRPr lang="en-GB" sz="4400" dirty="0"/>
          </a:p>
        </p:txBody>
      </p:sp>
      <p:sp>
        <p:nvSpPr>
          <p:cNvPr id="3" name="Title 2">
            <a:extLst>
              <a:ext uri="{FF2B5EF4-FFF2-40B4-BE49-F238E27FC236}">
                <a16:creationId xmlns:a16="http://schemas.microsoft.com/office/drawing/2014/main" id="{AF376758-D50B-A20E-D012-9FE6A5FB76E3}"/>
              </a:ext>
            </a:extLst>
          </p:cNvPr>
          <p:cNvSpPr>
            <a:spLocks noGrp="1"/>
          </p:cNvSpPr>
          <p:nvPr>
            <p:ph type="title" idx="2"/>
          </p:nvPr>
        </p:nvSpPr>
        <p:spPr>
          <a:xfrm>
            <a:off x="815177" y="425511"/>
            <a:ext cx="5196323" cy="911649"/>
          </a:xfrm>
        </p:spPr>
        <p:txBody>
          <a:bodyPr/>
          <a:lstStyle/>
          <a:p>
            <a:r>
              <a:rPr lang="en-GB" sz="5400" dirty="0"/>
              <a:t>Related works</a:t>
            </a:r>
          </a:p>
        </p:txBody>
      </p:sp>
    </p:spTree>
    <p:extLst>
      <p:ext uri="{BB962C8B-B14F-4D97-AF65-F5344CB8AC3E}">
        <p14:creationId xmlns:p14="http://schemas.microsoft.com/office/powerpoint/2010/main" val="327926299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403CDC-6EE9-6B39-6D31-0B46872A89D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6AA1D5A-78C9-1766-7A0A-ED46A1130A40}"/>
              </a:ext>
            </a:extLst>
          </p:cNvPr>
          <p:cNvSpPr>
            <a:spLocks noGrp="1"/>
          </p:cNvSpPr>
          <p:nvPr>
            <p:ph type="title"/>
          </p:nvPr>
        </p:nvSpPr>
        <p:spPr>
          <a:xfrm>
            <a:off x="1358388" y="1473562"/>
            <a:ext cx="7649810" cy="3659754"/>
          </a:xfrm>
        </p:spPr>
        <p:txBody>
          <a:bodyPr/>
          <a:lstStyle/>
          <a:p>
            <a:r>
              <a:rPr lang="en-GB" sz="3200" dirty="0"/>
              <a:t>User Requirements</a:t>
            </a:r>
            <a:br>
              <a:rPr lang="en-GB" sz="3200" dirty="0"/>
            </a:br>
            <a:r>
              <a:rPr lang="en-GB" sz="1200" dirty="0"/>
              <a:t>To fully understand what a quantum circuit is, first you need to understand what a quantum computer is. Unlike a classical computer, which operates on electrical signals representing bits, a quantum computer operates on qubits. These qubits are often singular atoms, so small they can be exploited to take advantage of their quantum mechanical nature to produce unintuitive effects. For example, a qubit rather than being either 1 or 0, can be 1 and 0 at the same time and that is only one example. Quantum computers can utilise such effects to solve certain classes of problems within low complexity bounds.</a:t>
            </a:r>
            <a:br>
              <a:rPr lang="en-GB" sz="3200" dirty="0"/>
            </a:br>
            <a:r>
              <a:rPr lang="en-GB" sz="3200" dirty="0"/>
              <a:t>Stretch goals</a:t>
            </a:r>
            <a:br>
              <a:rPr lang="en-GB" sz="4400" dirty="0"/>
            </a:br>
            <a:r>
              <a:rPr lang="en-GB" sz="1200" dirty="0"/>
              <a:t>Quantum computing is still an emerging technology, with the current era being classed as the Noisy Intermediate Scale Quantum era. Qubits are infamously unstable and can be corrupted by a single stray photon, as of now even the most advanced computers are not fault tolerant when running larger algorithms and accumulate errors faster than they can be corrected. Additionally, the hardware itself is scarce and expensive to build, run and maintain. </a:t>
            </a:r>
            <a:endParaRPr lang="en-GB" sz="4400" dirty="0"/>
          </a:p>
        </p:txBody>
      </p:sp>
      <p:sp>
        <p:nvSpPr>
          <p:cNvPr id="3" name="Title 2">
            <a:extLst>
              <a:ext uri="{FF2B5EF4-FFF2-40B4-BE49-F238E27FC236}">
                <a16:creationId xmlns:a16="http://schemas.microsoft.com/office/drawing/2014/main" id="{0A507724-3B9A-D7E7-ADBE-DD8C5530F2D6}"/>
              </a:ext>
            </a:extLst>
          </p:cNvPr>
          <p:cNvSpPr>
            <a:spLocks noGrp="1"/>
          </p:cNvSpPr>
          <p:nvPr>
            <p:ph type="title" idx="2"/>
          </p:nvPr>
        </p:nvSpPr>
        <p:spPr>
          <a:xfrm>
            <a:off x="815177" y="425511"/>
            <a:ext cx="6943643" cy="733333"/>
          </a:xfrm>
        </p:spPr>
        <p:txBody>
          <a:bodyPr/>
          <a:lstStyle/>
          <a:p>
            <a:r>
              <a:rPr lang="en-GB" sz="4800" dirty="0"/>
              <a:t>Functional Requirements</a:t>
            </a:r>
          </a:p>
        </p:txBody>
      </p:sp>
    </p:spTree>
    <p:extLst>
      <p:ext uri="{BB962C8B-B14F-4D97-AF65-F5344CB8AC3E}">
        <p14:creationId xmlns:p14="http://schemas.microsoft.com/office/powerpoint/2010/main" val="210097638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4A7C50-6797-EE1B-C5A7-65553A127A6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5A1C600-8283-A4D1-5A34-41CAB0FDC869}"/>
              </a:ext>
            </a:extLst>
          </p:cNvPr>
          <p:cNvSpPr>
            <a:spLocks noGrp="1"/>
          </p:cNvSpPr>
          <p:nvPr>
            <p:ph type="title"/>
          </p:nvPr>
        </p:nvSpPr>
        <p:spPr>
          <a:xfrm>
            <a:off x="1358388" y="1473562"/>
            <a:ext cx="7649810" cy="2446587"/>
          </a:xfrm>
        </p:spPr>
        <p:txBody>
          <a:bodyPr/>
          <a:lstStyle/>
          <a:p>
            <a:r>
              <a:rPr lang="en-GB" sz="4400" dirty="0"/>
              <a:t>Text</a:t>
            </a:r>
            <a:br>
              <a:rPr lang="en-GB" sz="4400" dirty="0"/>
            </a:br>
            <a:endParaRPr lang="en-GB" sz="4400" dirty="0"/>
          </a:p>
        </p:txBody>
      </p:sp>
      <p:sp>
        <p:nvSpPr>
          <p:cNvPr id="3" name="Title 2">
            <a:extLst>
              <a:ext uri="{FF2B5EF4-FFF2-40B4-BE49-F238E27FC236}">
                <a16:creationId xmlns:a16="http://schemas.microsoft.com/office/drawing/2014/main" id="{183605D1-9BB2-CF8F-A995-C71BC48EB5D0}"/>
              </a:ext>
            </a:extLst>
          </p:cNvPr>
          <p:cNvSpPr>
            <a:spLocks noGrp="1"/>
          </p:cNvSpPr>
          <p:nvPr>
            <p:ph type="title" idx="2"/>
          </p:nvPr>
        </p:nvSpPr>
        <p:spPr>
          <a:xfrm>
            <a:off x="815177" y="425511"/>
            <a:ext cx="5196323" cy="911649"/>
          </a:xfrm>
        </p:spPr>
        <p:txBody>
          <a:bodyPr/>
          <a:lstStyle/>
          <a:p>
            <a:r>
              <a:rPr lang="en-GB" sz="5400" dirty="0"/>
              <a:t>Tools &amp; Approach</a:t>
            </a:r>
          </a:p>
        </p:txBody>
      </p:sp>
    </p:spTree>
    <p:extLst>
      <p:ext uri="{BB962C8B-B14F-4D97-AF65-F5344CB8AC3E}">
        <p14:creationId xmlns:p14="http://schemas.microsoft.com/office/powerpoint/2010/main" val="359166166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E44C02-6296-393C-04DD-05D8DD49183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2286F5D-9633-6207-639E-A99E6384AAE4}"/>
              </a:ext>
            </a:extLst>
          </p:cNvPr>
          <p:cNvSpPr>
            <a:spLocks noGrp="1"/>
          </p:cNvSpPr>
          <p:nvPr>
            <p:ph type="title"/>
          </p:nvPr>
        </p:nvSpPr>
        <p:spPr>
          <a:xfrm>
            <a:off x="1358388" y="1473562"/>
            <a:ext cx="7649810" cy="2446587"/>
          </a:xfrm>
        </p:spPr>
        <p:txBody>
          <a:bodyPr/>
          <a:lstStyle/>
          <a:p>
            <a:r>
              <a:rPr lang="en-GB" sz="4400" dirty="0"/>
              <a:t>Text</a:t>
            </a:r>
            <a:br>
              <a:rPr lang="en-GB" sz="4400" dirty="0"/>
            </a:br>
            <a:endParaRPr lang="en-GB" sz="4400" dirty="0"/>
          </a:p>
        </p:txBody>
      </p:sp>
      <p:sp>
        <p:nvSpPr>
          <p:cNvPr id="3" name="Title 2">
            <a:extLst>
              <a:ext uri="{FF2B5EF4-FFF2-40B4-BE49-F238E27FC236}">
                <a16:creationId xmlns:a16="http://schemas.microsoft.com/office/drawing/2014/main" id="{5925897D-0638-4756-40E8-1EAD596242D9}"/>
              </a:ext>
            </a:extLst>
          </p:cNvPr>
          <p:cNvSpPr>
            <a:spLocks noGrp="1"/>
          </p:cNvSpPr>
          <p:nvPr>
            <p:ph type="title" idx="2"/>
          </p:nvPr>
        </p:nvSpPr>
        <p:spPr>
          <a:xfrm>
            <a:off x="815177" y="425511"/>
            <a:ext cx="6418542" cy="911649"/>
          </a:xfrm>
        </p:spPr>
        <p:txBody>
          <a:bodyPr/>
          <a:lstStyle/>
          <a:p>
            <a:r>
              <a:rPr lang="en-GB" sz="5400" dirty="0"/>
              <a:t>Requirements &amp; Spec</a:t>
            </a:r>
          </a:p>
        </p:txBody>
      </p:sp>
    </p:spTree>
    <p:extLst>
      <p:ext uri="{BB962C8B-B14F-4D97-AF65-F5344CB8AC3E}">
        <p14:creationId xmlns:p14="http://schemas.microsoft.com/office/powerpoint/2010/main" val="314413423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9E0B13-155B-EA6B-909A-09AA2B1EAB0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0DC7981-BD6E-9748-00B0-92DC94B3F44C}"/>
              </a:ext>
            </a:extLst>
          </p:cNvPr>
          <p:cNvSpPr>
            <a:spLocks noGrp="1"/>
          </p:cNvSpPr>
          <p:nvPr>
            <p:ph type="title"/>
          </p:nvPr>
        </p:nvSpPr>
        <p:spPr>
          <a:xfrm>
            <a:off x="1358388" y="1473562"/>
            <a:ext cx="7649810" cy="2446587"/>
          </a:xfrm>
        </p:spPr>
        <p:txBody>
          <a:bodyPr/>
          <a:lstStyle/>
          <a:p>
            <a:r>
              <a:rPr lang="en-GB" sz="4400" dirty="0"/>
              <a:t>Text</a:t>
            </a:r>
            <a:br>
              <a:rPr lang="en-GB" sz="4400" dirty="0"/>
            </a:br>
            <a:endParaRPr lang="en-GB" sz="4400" dirty="0"/>
          </a:p>
        </p:txBody>
      </p:sp>
      <p:sp>
        <p:nvSpPr>
          <p:cNvPr id="3" name="Title 2">
            <a:extLst>
              <a:ext uri="{FF2B5EF4-FFF2-40B4-BE49-F238E27FC236}">
                <a16:creationId xmlns:a16="http://schemas.microsoft.com/office/drawing/2014/main" id="{053C81FC-4290-4E9D-1CCF-CED8D5E29FDE}"/>
              </a:ext>
            </a:extLst>
          </p:cNvPr>
          <p:cNvSpPr>
            <a:spLocks noGrp="1"/>
          </p:cNvSpPr>
          <p:nvPr>
            <p:ph type="title" idx="2"/>
          </p:nvPr>
        </p:nvSpPr>
        <p:spPr>
          <a:xfrm>
            <a:off x="815177" y="425511"/>
            <a:ext cx="6020189" cy="911649"/>
          </a:xfrm>
        </p:spPr>
        <p:txBody>
          <a:bodyPr/>
          <a:lstStyle/>
          <a:p>
            <a:r>
              <a:rPr lang="en-GB" sz="5400" dirty="0"/>
              <a:t>Methodology &amp; Plan</a:t>
            </a:r>
          </a:p>
        </p:txBody>
      </p:sp>
    </p:spTree>
    <p:extLst>
      <p:ext uri="{BB962C8B-B14F-4D97-AF65-F5344CB8AC3E}">
        <p14:creationId xmlns:p14="http://schemas.microsoft.com/office/powerpoint/2010/main" val="254039788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04C9BC-6C13-0527-AF4B-3AC4852465B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8E6DAA3-E30A-0C18-CF2E-8AF2714E6480}"/>
              </a:ext>
            </a:extLst>
          </p:cNvPr>
          <p:cNvSpPr>
            <a:spLocks noGrp="1"/>
          </p:cNvSpPr>
          <p:nvPr>
            <p:ph type="title"/>
          </p:nvPr>
        </p:nvSpPr>
        <p:spPr>
          <a:xfrm>
            <a:off x="1358388" y="1473562"/>
            <a:ext cx="7649810" cy="2446587"/>
          </a:xfrm>
        </p:spPr>
        <p:txBody>
          <a:bodyPr/>
          <a:lstStyle/>
          <a:p>
            <a:r>
              <a:rPr lang="en-GB" sz="4400" dirty="0"/>
              <a:t>Text</a:t>
            </a:r>
            <a:br>
              <a:rPr lang="en-GB" sz="4400" dirty="0"/>
            </a:br>
            <a:endParaRPr lang="en-GB" sz="4400" dirty="0"/>
          </a:p>
        </p:txBody>
      </p:sp>
      <p:sp>
        <p:nvSpPr>
          <p:cNvPr id="3" name="Title 2">
            <a:extLst>
              <a:ext uri="{FF2B5EF4-FFF2-40B4-BE49-F238E27FC236}">
                <a16:creationId xmlns:a16="http://schemas.microsoft.com/office/drawing/2014/main" id="{971D8772-EAEF-E422-E799-73F298EB7B23}"/>
              </a:ext>
            </a:extLst>
          </p:cNvPr>
          <p:cNvSpPr>
            <a:spLocks noGrp="1"/>
          </p:cNvSpPr>
          <p:nvPr>
            <p:ph type="title" idx="2"/>
          </p:nvPr>
        </p:nvSpPr>
        <p:spPr>
          <a:xfrm>
            <a:off x="815177" y="425511"/>
            <a:ext cx="5196323" cy="911649"/>
          </a:xfrm>
        </p:spPr>
        <p:txBody>
          <a:bodyPr/>
          <a:lstStyle/>
          <a:p>
            <a:r>
              <a:rPr lang="en-GB" sz="5400" dirty="0"/>
              <a:t>Risk Analysis</a:t>
            </a:r>
          </a:p>
        </p:txBody>
      </p:sp>
    </p:spTree>
    <p:extLst>
      <p:ext uri="{BB962C8B-B14F-4D97-AF65-F5344CB8AC3E}">
        <p14:creationId xmlns:p14="http://schemas.microsoft.com/office/powerpoint/2010/main" val="288128430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D1D532-2359-DCB7-4646-A9B984ADC49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1878AD5-85F2-9BA6-2233-DDAFD46D028A}"/>
              </a:ext>
            </a:extLst>
          </p:cNvPr>
          <p:cNvSpPr>
            <a:spLocks noGrp="1"/>
          </p:cNvSpPr>
          <p:nvPr>
            <p:ph type="title"/>
          </p:nvPr>
        </p:nvSpPr>
        <p:spPr>
          <a:xfrm>
            <a:off x="1358388" y="1473562"/>
            <a:ext cx="7649810" cy="2446587"/>
          </a:xfrm>
        </p:spPr>
        <p:txBody>
          <a:bodyPr/>
          <a:lstStyle/>
          <a:p>
            <a:r>
              <a:rPr lang="en-GB" sz="4400" dirty="0"/>
              <a:t>Text</a:t>
            </a:r>
            <a:br>
              <a:rPr lang="en-GB" sz="4400" dirty="0"/>
            </a:br>
            <a:endParaRPr lang="en-GB" sz="4400" dirty="0"/>
          </a:p>
        </p:txBody>
      </p:sp>
      <p:sp>
        <p:nvSpPr>
          <p:cNvPr id="3" name="Title 2">
            <a:extLst>
              <a:ext uri="{FF2B5EF4-FFF2-40B4-BE49-F238E27FC236}">
                <a16:creationId xmlns:a16="http://schemas.microsoft.com/office/drawing/2014/main" id="{5FAFE12E-472F-8301-D19A-8910857585E4}"/>
              </a:ext>
            </a:extLst>
          </p:cNvPr>
          <p:cNvSpPr>
            <a:spLocks noGrp="1"/>
          </p:cNvSpPr>
          <p:nvPr>
            <p:ph type="title" idx="2"/>
          </p:nvPr>
        </p:nvSpPr>
        <p:spPr>
          <a:xfrm>
            <a:off x="815177" y="425511"/>
            <a:ext cx="6635825" cy="911649"/>
          </a:xfrm>
        </p:spPr>
        <p:txBody>
          <a:bodyPr/>
          <a:lstStyle/>
          <a:p>
            <a:r>
              <a:rPr lang="en-GB" sz="5400" dirty="0"/>
              <a:t>Summary &amp; Questions</a:t>
            </a:r>
          </a:p>
        </p:txBody>
      </p:sp>
    </p:spTree>
    <p:extLst>
      <p:ext uri="{BB962C8B-B14F-4D97-AF65-F5344CB8AC3E}">
        <p14:creationId xmlns:p14="http://schemas.microsoft.com/office/powerpoint/2010/main" val="1773989301"/>
      </p:ext>
    </p:extLst>
  </p:cSld>
  <p:clrMapOvr>
    <a:masterClrMapping/>
  </p:clrMapOvr>
</p:sld>
</file>

<file path=ppt/theme/theme1.xml><?xml version="1.0" encoding="utf-8"?>
<a:theme xmlns:a="http://schemas.openxmlformats.org/drawingml/2006/main" name="Data Migration Project Proposal by Slidesgo">
  <a:themeElements>
    <a:clrScheme name="Simple Light">
      <a:dk1>
        <a:srgbClr val="241160"/>
      </a:dk1>
      <a:lt1>
        <a:srgbClr val="FFFFFF"/>
      </a:lt1>
      <a:dk2>
        <a:srgbClr val="E2E4FC"/>
      </a:dk2>
      <a:lt2>
        <a:srgbClr val="8861F1"/>
      </a:lt2>
      <a:accent1>
        <a:srgbClr val="545EEA"/>
      </a:accent1>
      <a:accent2>
        <a:srgbClr val="0B9CDC"/>
      </a:accent2>
      <a:accent3>
        <a:srgbClr val="01CFE6"/>
      </a:accent3>
      <a:accent4>
        <a:srgbClr val="FFFFFF"/>
      </a:accent4>
      <a:accent5>
        <a:srgbClr val="FFFFFF"/>
      </a:accent5>
      <a:accent6>
        <a:srgbClr val="FFFFFF"/>
      </a:accent6>
      <a:hlink>
        <a:srgbClr val="24116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Slidesgo Final Pages">
  <a:themeElements>
    <a:clrScheme name="Simple Light">
      <a:dk1>
        <a:srgbClr val="0E2A47"/>
      </a:dk1>
      <a:lt1>
        <a:srgbClr val="FFFFFF"/>
      </a:lt1>
      <a:dk2>
        <a:srgbClr val="869FB2"/>
      </a:dk2>
      <a:lt2>
        <a:srgbClr val="FFFFFF"/>
      </a:lt2>
      <a:accent1>
        <a:srgbClr val="FFFFFF"/>
      </a:accent1>
      <a:accent2>
        <a:srgbClr val="FFFFFF"/>
      </a:accent2>
      <a:accent3>
        <a:srgbClr val="FFFFFF"/>
      </a:accent3>
      <a:accent4>
        <a:srgbClr val="FFFFFF"/>
      </a:accent4>
      <a:accent5>
        <a:srgbClr val="FFFFFF"/>
      </a:accent5>
      <a:accent6>
        <a:srgbClr val="FFFFFF"/>
      </a:accent6>
      <a:hlink>
        <a:srgbClr val="869FB2"/>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Data Migration Project Proposal by Slidesgo</Template>
  <TotalTime>334</TotalTime>
  <Words>889</Words>
  <Application>Microsoft Office PowerPoint</Application>
  <PresentationFormat>Widescreen</PresentationFormat>
  <Paragraphs>33</Paragraphs>
  <Slides>12</Slides>
  <Notes>5</Notes>
  <HiddenSlides>0</HiddenSlides>
  <MMClips>0</MMClips>
  <ScaleCrop>false</ScaleCrop>
  <HeadingPairs>
    <vt:vector size="6" baseType="variant">
      <vt:variant>
        <vt:lpstr>Fonts Used</vt:lpstr>
      </vt:variant>
      <vt:variant>
        <vt:i4>10</vt:i4>
      </vt:variant>
      <vt:variant>
        <vt:lpstr>Theme</vt:lpstr>
      </vt:variant>
      <vt:variant>
        <vt:i4>2</vt:i4>
      </vt:variant>
      <vt:variant>
        <vt:lpstr>Slide Titles</vt:lpstr>
      </vt:variant>
      <vt:variant>
        <vt:i4>12</vt:i4>
      </vt:variant>
    </vt:vector>
  </HeadingPairs>
  <TitlesOfParts>
    <vt:vector size="24" baseType="lpstr">
      <vt:lpstr>Aptos</vt:lpstr>
      <vt:lpstr>Arial</vt:lpstr>
      <vt:lpstr>Cairo</vt:lpstr>
      <vt:lpstr>Nunito Light</vt:lpstr>
      <vt:lpstr>Open Sans</vt:lpstr>
      <vt:lpstr>Proxima Nova</vt:lpstr>
      <vt:lpstr>PT Sans</vt:lpstr>
      <vt:lpstr>Raleway</vt:lpstr>
      <vt:lpstr>Space Grotesk</vt:lpstr>
      <vt:lpstr>Space Grotesk Medium</vt:lpstr>
      <vt:lpstr>Data Migration Project Proposal by Slidesgo</vt:lpstr>
      <vt:lpstr>Slidesgo Final Pages</vt:lpstr>
      <vt:lpstr>Quantum Circuit Simulation</vt:lpstr>
      <vt:lpstr>What is a quantum circuit? To fully understand what a quantum circuit is, first you need to understand what a quantum computer is. Unlike a classical computer, which operates on electrical signals representing bits, a quantum computer operates on qubits. These qubits are often singular atoms, so small they can be exploited to take advantage of their quantum mechanical nature to produce unintuitive effects. For example, a qubit rather than being either 1 or 0, can be 1 and 0 at the same time and that is only one example. Quantum computers can utilise such effects to solve certain classes of problems within low complexity bounds, perhaps the most famous example being Shor’s algorithm which is capable of prime factorization in polynomial time, instead of sub-exponential time. Why would we want to simulate it? Quantum computing is still an emerging technology, with the current era being classed as the Noisy Intermediate Scale Quantum era. Qubits are infamously unstable and can be corrupted by a single stray photon, as of now even the most advanced computers are not fault tolerant when running larger algorithms and accumulate errors faster than they can be corrected. Additionally, the hardware itself is scarce and expensive to build, run and maintain. It is these limitations that make iterative development near-impossible on quantum computers and elevate classical simulation an essential tool for developing quantum software.</vt:lpstr>
      <vt:lpstr>What is a quantum circuit? </vt:lpstr>
      <vt:lpstr>Text </vt:lpstr>
      <vt:lpstr>Stabilizer Tableaus To fully understand what a quantum circuit is, first you need to understand what a quantum computer is. Unlike a classical computer, which operates on electrical signals representing bits, a quantum computer operates on qubits. These qubits are often singular atoms, so small they can be exploited to take advantage of their quantum mechanical nature to produce unintuitive effects. For example, a qubit rather than being either 1 or 0, can be 1 and 0 at the same time and that is only one example. Quantum computers can utilise such effects to solve certain classes of problems within low complexity bounds, perhaps the most famous example being Shor’s algorithm which is capable of prime factorization in polynomial time, instead of sub-exponential time. Rank Analysis Quantum computing is still an emerging technology, with the current era being classed as the Noisy Intermediate Scale Quantum era. Qubits are infamously unstable and can be corrupted by a single stray photon, as of now even the most advanced computers are not fault tolerant when running larger algorithms and accumulate errors faster than they can be corrected. Additionally, the hardware itself is scarce and expensive to build, run and maintain. It is these limitations that make iterative development near-impossible on quantum computers and elevate classical simulation an essential tool for developing quantum software.</vt:lpstr>
      <vt:lpstr>Text </vt:lpstr>
      <vt:lpstr>User Requirements To fully understand what a quantum circuit is, first you need to understand what a quantum computer is. Unlike a classical computer, which operates on electrical signals representing bits, a quantum computer operates on qubits. These qubits are often singular atoms, so small they can be exploited to take advantage of their quantum mechanical nature to produce unintuitive effects. For example, a qubit rather than being either 1 or 0, can be 1 and 0 at the same time and that is only one example. Quantum computers can utilise such effects to solve certain classes of problems within low complexity bounds. Stretch goals Quantum computing is still an emerging technology, with the current era being classed as the Noisy Intermediate Scale Quantum era. Qubits are infamously unstable and can be corrupted by a single stray photon, as of now even the most advanced computers are not fault tolerant when running larger algorithms and accumulate errors faster than they can be corrected. Additionally, the hardware itself is scarce and expensive to build, run and maintain. </vt:lpstr>
      <vt:lpstr>Text </vt:lpstr>
      <vt:lpstr>Text </vt:lpstr>
      <vt:lpstr>Text </vt:lpstr>
      <vt:lpstr>Text </vt:lpstr>
      <vt:lpstr>Text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Danny Maynard</dc:creator>
  <cp:lastModifiedBy>Danny Maynard</cp:lastModifiedBy>
  <cp:revision>2</cp:revision>
  <dcterms:created xsi:type="dcterms:W3CDTF">2026-05-03T18:38:30Z</dcterms:created>
  <dcterms:modified xsi:type="dcterms:W3CDTF">2026-05-05T15:48:16Z</dcterms:modified>
</cp:coreProperties>
</file>